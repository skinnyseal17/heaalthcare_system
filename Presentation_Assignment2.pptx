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91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ty Gwese" userId="47cf6ea682a7bfa1" providerId="LiveId" clId="{E7309B3C-0CC5-4A93-AA0F-CE276BF7C62E}"/>
    <pc:docChg chg="undo custSel addSld modSld sldOrd">
      <pc:chgData name="Charity Gwese" userId="47cf6ea682a7bfa1" providerId="LiveId" clId="{E7309B3C-0CC5-4A93-AA0F-CE276BF7C62E}" dt="2026-10-02T13:00:31.469" v="635" actId="1076"/>
      <pc:docMkLst>
        <pc:docMk/>
      </pc:docMkLst>
      <pc:sldChg chg="addSp delSp modSp new mod ord modClrScheme chgLayout">
        <pc:chgData name="Charity Gwese" userId="47cf6ea682a7bfa1" providerId="LiveId" clId="{E7309B3C-0CC5-4A93-AA0F-CE276BF7C62E}" dt="2026-10-02T13:00:31.469" v="635" actId="1076"/>
        <pc:sldMkLst>
          <pc:docMk/>
          <pc:sldMk cId="3337789029" sldId="256"/>
        </pc:sldMkLst>
        <pc:spChg chg="mod ord">
          <ac:chgData name="Charity Gwese" userId="47cf6ea682a7bfa1" providerId="LiveId" clId="{E7309B3C-0CC5-4A93-AA0F-CE276BF7C62E}" dt="2026-09-11T23:39:09.620" v="244" actId="700"/>
          <ac:spMkLst>
            <pc:docMk/>
            <pc:sldMk cId="3337789029" sldId="256"/>
            <ac:spMk id="2" creationId="{2A419528-92C5-1B1D-810E-5F199FA9E2CF}"/>
          </ac:spMkLst>
        </pc:spChg>
        <pc:spChg chg="add mod">
          <ac:chgData name="Charity Gwese" userId="47cf6ea682a7bfa1" providerId="LiveId" clId="{E7309B3C-0CC5-4A93-AA0F-CE276BF7C62E}" dt="2026-09-11T23:34:53.050" v="216" actId="1076"/>
          <ac:spMkLst>
            <pc:docMk/>
            <pc:sldMk cId="3337789029" sldId="256"/>
            <ac:spMk id="9" creationId="{7B421157-488E-D9AE-91E7-84034AFC56C5}"/>
          </ac:spMkLst>
        </pc:spChg>
        <pc:spChg chg="add mod">
          <ac:chgData name="Charity Gwese" userId="47cf6ea682a7bfa1" providerId="LiveId" clId="{E7309B3C-0CC5-4A93-AA0F-CE276BF7C62E}" dt="2026-09-11T23:34:46.168" v="214" actId="1076"/>
          <ac:spMkLst>
            <pc:docMk/>
            <pc:sldMk cId="3337789029" sldId="256"/>
            <ac:spMk id="10" creationId="{E9F04A71-AD8B-4F19-DE28-58C433C6268D}"/>
          </ac:spMkLst>
        </pc:spChg>
        <pc:spChg chg="add mod">
          <ac:chgData name="Charity Gwese" userId="47cf6ea682a7bfa1" providerId="LiveId" clId="{E7309B3C-0CC5-4A93-AA0F-CE276BF7C62E}" dt="2026-09-11T23:34:57.578" v="217" actId="1076"/>
          <ac:spMkLst>
            <pc:docMk/>
            <pc:sldMk cId="3337789029" sldId="256"/>
            <ac:spMk id="12" creationId="{67125CE7-FB68-7097-B163-1762226E6918}"/>
          </ac:spMkLst>
        </pc:spChg>
        <pc:spChg chg="add mod">
          <ac:chgData name="Charity Gwese" userId="47cf6ea682a7bfa1" providerId="LiveId" clId="{E7309B3C-0CC5-4A93-AA0F-CE276BF7C62E}" dt="2026-09-11T23:35:02.537" v="218" actId="1076"/>
          <ac:spMkLst>
            <pc:docMk/>
            <pc:sldMk cId="3337789029" sldId="256"/>
            <ac:spMk id="14" creationId="{4AC87B1D-D030-F909-8122-B0D5E5AE28C3}"/>
          </ac:spMkLst>
        </pc:spChg>
        <pc:spChg chg="add mod">
          <ac:chgData name="Charity Gwese" userId="47cf6ea682a7bfa1" providerId="LiveId" clId="{E7309B3C-0CC5-4A93-AA0F-CE276BF7C62E}" dt="2026-09-11T23:35:37.887" v="224" actId="14100"/>
          <ac:spMkLst>
            <pc:docMk/>
            <pc:sldMk cId="3337789029" sldId="256"/>
            <ac:spMk id="21" creationId="{C990FE73-0E02-1C34-AA18-42C7B0398CD6}"/>
          </ac:spMkLst>
        </pc:spChg>
        <pc:spChg chg="add mod">
          <ac:chgData name="Charity Gwese" userId="47cf6ea682a7bfa1" providerId="LiveId" clId="{E7309B3C-0CC5-4A93-AA0F-CE276BF7C62E}" dt="2026-09-11T23:37:12.137" v="238" actId="1076"/>
          <ac:spMkLst>
            <pc:docMk/>
            <pc:sldMk cId="3337789029" sldId="256"/>
            <ac:spMk id="22" creationId="{9F8D4248-37D3-8F3B-8CE9-F411F3CFB7C5}"/>
          </ac:spMkLst>
        </pc:spChg>
        <pc:spChg chg="add mod">
          <ac:chgData name="Charity Gwese" userId="47cf6ea682a7bfa1" providerId="LiveId" clId="{E7309B3C-0CC5-4A93-AA0F-CE276BF7C62E}" dt="2026-09-11T23:36:25.448" v="230" actId="1076"/>
          <ac:spMkLst>
            <pc:docMk/>
            <pc:sldMk cId="3337789029" sldId="256"/>
            <ac:spMk id="23" creationId="{21548C28-9857-F6D2-24AE-C17754C13271}"/>
          </ac:spMkLst>
        </pc:spChg>
        <pc:spChg chg="add mod">
          <ac:chgData name="Charity Gwese" userId="47cf6ea682a7bfa1" providerId="LiveId" clId="{E7309B3C-0CC5-4A93-AA0F-CE276BF7C62E}" dt="2026-09-11T23:36:52.678" v="234" actId="14100"/>
          <ac:spMkLst>
            <pc:docMk/>
            <pc:sldMk cId="3337789029" sldId="256"/>
            <ac:spMk id="24" creationId="{13CE467C-923C-975A-ABC2-A10B968A1A18}"/>
          </ac:spMkLst>
        </pc:spChg>
        <pc:spChg chg="add mod">
          <ac:chgData name="Charity Gwese" userId="47cf6ea682a7bfa1" providerId="LiveId" clId="{E7309B3C-0CC5-4A93-AA0F-CE276BF7C62E}" dt="2026-09-11T23:37:37.938" v="241" actId="20577"/>
          <ac:spMkLst>
            <pc:docMk/>
            <pc:sldMk cId="3337789029" sldId="256"/>
            <ac:spMk id="25" creationId="{EB667F95-9F91-A47F-D6CF-2FF8DF03D312}"/>
          </ac:spMkLst>
        </pc:spChg>
        <pc:spChg chg="add mod">
          <ac:chgData name="Charity Gwese" userId="47cf6ea682a7bfa1" providerId="LiveId" clId="{E7309B3C-0CC5-4A93-AA0F-CE276BF7C62E}" dt="2026-09-11T23:37:42.423" v="242" actId="20577"/>
          <ac:spMkLst>
            <pc:docMk/>
            <pc:sldMk cId="3337789029" sldId="256"/>
            <ac:spMk id="26" creationId="{879781F7-7395-4C76-1E8D-E64132D1FDB9}"/>
          </ac:spMkLst>
        </pc:spChg>
        <pc:spChg chg="add mod">
          <ac:chgData name="Charity Gwese" userId="47cf6ea682a7bfa1" providerId="LiveId" clId="{E7309B3C-0CC5-4A93-AA0F-CE276BF7C62E}" dt="2026-09-11T23:37:08.777" v="236" actId="1076"/>
          <ac:spMkLst>
            <pc:docMk/>
            <pc:sldMk cId="3337789029" sldId="256"/>
            <ac:spMk id="33" creationId="{518789BA-1176-240F-0041-A0B5DE90EF39}"/>
          </ac:spMkLst>
        </pc:spChg>
        <pc:spChg chg="add mod">
          <ac:chgData name="Charity Gwese" userId="47cf6ea682a7bfa1" providerId="LiveId" clId="{E7309B3C-0CC5-4A93-AA0F-CE276BF7C62E}" dt="2026-09-11T23:36:43.912" v="232" actId="1076"/>
          <ac:spMkLst>
            <pc:docMk/>
            <pc:sldMk cId="3337789029" sldId="256"/>
            <ac:spMk id="35" creationId="{3C024FC5-42AB-3D7A-1977-B0204D94116B}"/>
          </ac:spMkLst>
        </pc:spChg>
        <pc:spChg chg="add mod">
          <ac:chgData name="Charity Gwese" userId="47cf6ea682a7bfa1" providerId="LiveId" clId="{E7309B3C-0CC5-4A93-AA0F-CE276BF7C62E}" dt="2026-09-11T23:36:35.560" v="231" actId="1076"/>
          <ac:spMkLst>
            <pc:docMk/>
            <pc:sldMk cId="3337789029" sldId="256"/>
            <ac:spMk id="36" creationId="{0FB80FE4-3EFD-D343-8A06-795CFAD5749B}"/>
          </ac:spMkLst>
        </pc:spChg>
        <pc:spChg chg="add mod">
          <ac:chgData name="Charity Gwese" userId="47cf6ea682a7bfa1" providerId="LiveId" clId="{E7309B3C-0CC5-4A93-AA0F-CE276BF7C62E}" dt="2026-09-11T23:37:18.865" v="239" actId="1076"/>
          <ac:spMkLst>
            <pc:docMk/>
            <pc:sldMk cId="3337789029" sldId="256"/>
            <ac:spMk id="37" creationId="{FEDA8B58-0117-94CA-B844-5669742D2EE3}"/>
          </ac:spMkLst>
        </pc:spChg>
        <pc:spChg chg="add mod">
          <ac:chgData name="Charity Gwese" userId="47cf6ea682a7bfa1" providerId="LiveId" clId="{E7309B3C-0CC5-4A93-AA0F-CE276BF7C62E}" dt="2026-09-11T23:37:00.739" v="235" actId="1076"/>
          <ac:spMkLst>
            <pc:docMk/>
            <pc:sldMk cId="3337789029" sldId="256"/>
            <ac:spMk id="38" creationId="{44B83765-B5B6-ADA8-B9B8-14DB7B927DF4}"/>
          </ac:spMkLst>
        </pc:spChg>
        <pc:spChg chg="add mod">
          <ac:chgData name="Charity Gwese" userId="47cf6ea682a7bfa1" providerId="LiveId" clId="{E7309B3C-0CC5-4A93-AA0F-CE276BF7C62E}" dt="2026-10-02T13:00:31.469" v="635" actId="1076"/>
          <ac:spMkLst>
            <pc:docMk/>
            <pc:sldMk cId="3337789029" sldId="256"/>
            <ac:spMk id="39" creationId="{B96F61D1-E691-8440-8957-6E1A75B67F03}"/>
          </ac:spMkLst>
        </pc:spChg>
        <pc:spChg chg="add mod">
          <ac:chgData name="Charity Gwese" userId="47cf6ea682a7bfa1" providerId="LiveId" clId="{E7309B3C-0CC5-4A93-AA0F-CE276BF7C62E}" dt="2026-09-11T23:34:27.753" v="211" actId="255"/>
          <ac:spMkLst>
            <pc:docMk/>
            <pc:sldMk cId="3337789029" sldId="256"/>
            <ac:spMk id="40" creationId="{F511BE41-DB44-D3B1-0D6D-CAF7D7A3BCBD}"/>
          </ac:spMkLst>
        </pc:spChg>
      </pc:sldChg>
      <pc:sldChg chg="addSp delSp modSp new mod modClrScheme chgLayout">
        <pc:chgData name="Charity Gwese" userId="47cf6ea682a7bfa1" providerId="LiveId" clId="{E7309B3C-0CC5-4A93-AA0F-CE276BF7C62E}" dt="2026-09-11T23:53:54.127" v="300" actId="5793"/>
        <pc:sldMkLst>
          <pc:docMk/>
          <pc:sldMk cId="1865661211" sldId="257"/>
        </pc:sldMkLst>
        <pc:spChg chg="add mod ord">
          <ac:chgData name="Charity Gwese" userId="47cf6ea682a7bfa1" providerId="LiveId" clId="{E7309B3C-0CC5-4A93-AA0F-CE276BF7C62E}" dt="2026-09-11T23:48:03.856" v="267" actId="27636"/>
          <ac:spMkLst>
            <pc:docMk/>
            <pc:sldMk cId="1865661211" sldId="257"/>
            <ac:spMk id="5" creationId="{B3BE608F-0140-3045-9240-304F94C6F4F9}"/>
          </ac:spMkLst>
        </pc:spChg>
        <pc:spChg chg="add mod ord">
          <ac:chgData name="Charity Gwese" userId="47cf6ea682a7bfa1" providerId="LiveId" clId="{E7309B3C-0CC5-4A93-AA0F-CE276BF7C62E}" dt="2026-09-11T23:53:54.127" v="300" actId="5793"/>
          <ac:spMkLst>
            <pc:docMk/>
            <pc:sldMk cId="1865661211" sldId="257"/>
            <ac:spMk id="6" creationId="{772798F5-9DB6-171C-EC7E-B018F3892029}"/>
          </ac:spMkLst>
        </pc:spChg>
        <pc:spChg chg="add mod">
          <ac:chgData name="Charity Gwese" userId="47cf6ea682a7bfa1" providerId="LiveId" clId="{E7309B3C-0CC5-4A93-AA0F-CE276BF7C62E}" dt="2026-09-11T23:47:11.195" v="261" actId="207"/>
          <ac:spMkLst>
            <pc:docMk/>
            <pc:sldMk cId="1865661211" sldId="257"/>
            <ac:spMk id="10" creationId="{24B799CC-1332-66F5-C081-BB97DC2AB886}"/>
          </ac:spMkLst>
        </pc:spChg>
        <pc:spChg chg="add mod">
          <ac:chgData name="Charity Gwese" userId="47cf6ea682a7bfa1" providerId="LiveId" clId="{E7309B3C-0CC5-4A93-AA0F-CE276BF7C62E}" dt="2026-09-11T23:51:53.946" v="286" actId="1076"/>
          <ac:spMkLst>
            <pc:docMk/>
            <pc:sldMk cId="1865661211" sldId="257"/>
            <ac:spMk id="15" creationId="{8F82D51A-0B6F-1B10-7CB0-033CCB95C61A}"/>
          </ac:spMkLst>
        </pc:spChg>
        <pc:spChg chg="add mod ord">
          <ac:chgData name="Charity Gwese" userId="47cf6ea682a7bfa1" providerId="LiveId" clId="{E7309B3C-0CC5-4A93-AA0F-CE276BF7C62E}" dt="2026-09-11T23:51:42.353" v="284" actId="167"/>
          <ac:spMkLst>
            <pc:docMk/>
            <pc:sldMk cId="1865661211" sldId="257"/>
            <ac:spMk id="16" creationId="{ED7C5EC4-17BF-620E-9615-897F9C02E6F7}"/>
          </ac:spMkLst>
        </pc:spChg>
        <pc:picChg chg="add mod ord">
          <ac:chgData name="Charity Gwese" userId="47cf6ea682a7bfa1" providerId="LiveId" clId="{E7309B3C-0CC5-4A93-AA0F-CE276BF7C62E}" dt="2026-09-11T23:52:02.760" v="288" actId="1076"/>
          <ac:picMkLst>
            <pc:docMk/>
            <pc:sldMk cId="1865661211" sldId="257"/>
            <ac:picMk id="14" creationId="{A7DA5A79-0567-A0E2-742B-ABD85D204007}"/>
          </ac:picMkLst>
        </pc:picChg>
      </pc:sldChg>
      <pc:sldChg chg="addSp delSp modSp new mod">
        <pc:chgData name="Charity Gwese" userId="47cf6ea682a7bfa1" providerId="LiveId" clId="{E7309B3C-0CC5-4A93-AA0F-CE276BF7C62E}" dt="2026-09-12T00:11:17.455" v="630" actId="27636"/>
        <pc:sldMkLst>
          <pc:docMk/>
          <pc:sldMk cId="3537886712" sldId="258"/>
        </pc:sldMkLst>
        <pc:spChg chg="mod">
          <ac:chgData name="Charity Gwese" userId="47cf6ea682a7bfa1" providerId="LiveId" clId="{E7309B3C-0CC5-4A93-AA0F-CE276BF7C62E}" dt="2026-09-12T00:11:17.455" v="630" actId="27636"/>
          <ac:spMkLst>
            <pc:docMk/>
            <pc:sldMk cId="3537886712" sldId="258"/>
            <ac:spMk id="2" creationId="{E8DE6D7F-5D5A-269C-2500-9C869F7B9B02}"/>
          </ac:spMkLst>
        </pc:spChg>
        <pc:spChg chg="add mod">
          <ac:chgData name="Charity Gwese" userId="47cf6ea682a7bfa1" providerId="LiveId" clId="{E7309B3C-0CC5-4A93-AA0F-CE276BF7C62E}" dt="2026-09-11T23:56:53.209" v="306" actId="207"/>
          <ac:spMkLst>
            <pc:docMk/>
            <pc:sldMk cId="3537886712" sldId="258"/>
            <ac:spMk id="3" creationId="{42D59CA6-2283-7F28-8C66-146613B2F2C9}"/>
          </ac:spMkLst>
        </pc:spChg>
        <pc:spChg chg="add mod">
          <ac:chgData name="Charity Gwese" userId="47cf6ea682a7bfa1" providerId="LiveId" clId="{E7309B3C-0CC5-4A93-AA0F-CE276BF7C62E}" dt="2026-09-11T23:57:45.781" v="318"/>
          <ac:spMkLst>
            <pc:docMk/>
            <pc:sldMk cId="3537886712" sldId="258"/>
            <ac:spMk id="4" creationId="{594DEC77-ABC3-7833-8453-3C2B6EDBF2C3}"/>
          </ac:spMkLst>
        </pc:spChg>
        <pc:spChg chg="add mod">
          <ac:chgData name="Charity Gwese" userId="47cf6ea682a7bfa1" providerId="LiveId" clId="{E7309B3C-0CC5-4A93-AA0F-CE276BF7C62E}" dt="2026-09-11T23:57:03.378" v="311" actId="1076"/>
          <ac:spMkLst>
            <pc:docMk/>
            <pc:sldMk cId="3537886712" sldId="258"/>
            <ac:spMk id="5" creationId="{327C6D81-27F0-E1B2-4379-C3AB00D36867}"/>
          </ac:spMkLst>
        </pc:spChg>
        <pc:spChg chg="add mod">
          <ac:chgData name="Charity Gwese" userId="47cf6ea682a7bfa1" providerId="LiveId" clId="{E7309B3C-0CC5-4A93-AA0F-CE276BF7C62E}" dt="2026-09-11T23:57:21.168" v="315" actId="1076"/>
          <ac:spMkLst>
            <pc:docMk/>
            <pc:sldMk cId="3537886712" sldId="258"/>
            <ac:spMk id="6" creationId="{67CBA884-FB72-E29C-8D6B-078660CD7BC1}"/>
          </ac:spMkLst>
        </pc:spChg>
        <pc:spChg chg="add mod">
          <ac:chgData name="Charity Gwese" userId="47cf6ea682a7bfa1" providerId="LiveId" clId="{E7309B3C-0CC5-4A93-AA0F-CE276BF7C62E}" dt="2026-09-12T00:00:46.796" v="335" actId="14100"/>
          <ac:spMkLst>
            <pc:docMk/>
            <pc:sldMk cId="3537886712" sldId="258"/>
            <ac:spMk id="7" creationId="{9C76C37E-27AB-02A6-7132-F58E0B4A1AEA}"/>
          </ac:spMkLst>
        </pc:spChg>
        <pc:spChg chg="add mod">
          <ac:chgData name="Charity Gwese" userId="47cf6ea682a7bfa1" providerId="LiveId" clId="{E7309B3C-0CC5-4A93-AA0F-CE276BF7C62E}" dt="2026-09-11T23:58:42.803" v="324"/>
          <ac:spMkLst>
            <pc:docMk/>
            <pc:sldMk cId="3537886712" sldId="258"/>
            <ac:spMk id="8" creationId="{46926C6C-2EA8-B8E4-F686-A27E0C927D4A}"/>
          </ac:spMkLst>
        </pc:spChg>
        <pc:spChg chg="add mod">
          <ac:chgData name="Charity Gwese" userId="47cf6ea682a7bfa1" providerId="LiveId" clId="{E7309B3C-0CC5-4A93-AA0F-CE276BF7C62E}" dt="2026-09-12T00:00:35.200" v="332" actId="1076"/>
          <ac:spMkLst>
            <pc:docMk/>
            <pc:sldMk cId="3537886712" sldId="258"/>
            <ac:spMk id="12" creationId="{EDC42ECB-DBC5-E633-B619-B197C073B3F3}"/>
          </ac:spMkLst>
        </pc:spChg>
        <pc:spChg chg="add mod">
          <ac:chgData name="Charity Gwese" userId="47cf6ea682a7bfa1" providerId="LiveId" clId="{E7309B3C-0CC5-4A93-AA0F-CE276BF7C62E}" dt="2026-09-12T00:01:40.648" v="341" actId="14100"/>
          <ac:spMkLst>
            <pc:docMk/>
            <pc:sldMk cId="3537886712" sldId="258"/>
            <ac:spMk id="13" creationId="{B85681E5-BC84-477F-6E37-B5076950D3B9}"/>
          </ac:spMkLst>
        </pc:spChg>
        <pc:spChg chg="add mod">
          <ac:chgData name="Charity Gwese" userId="47cf6ea682a7bfa1" providerId="LiveId" clId="{E7309B3C-0CC5-4A93-AA0F-CE276BF7C62E}" dt="2026-09-12T00:02:13.010" v="345"/>
          <ac:spMkLst>
            <pc:docMk/>
            <pc:sldMk cId="3537886712" sldId="258"/>
            <ac:spMk id="14" creationId="{DEE26DA8-C219-FDFE-AAEF-8BD846E5D2F4}"/>
          </ac:spMkLst>
        </pc:spChg>
        <pc:spChg chg="add mod">
          <ac:chgData name="Charity Gwese" userId="47cf6ea682a7bfa1" providerId="LiveId" clId="{E7309B3C-0CC5-4A93-AA0F-CE276BF7C62E}" dt="2026-09-12T00:03:13.039" v="351" actId="14100"/>
          <ac:spMkLst>
            <pc:docMk/>
            <pc:sldMk cId="3537886712" sldId="258"/>
            <ac:spMk id="15" creationId="{003CB6C7-9232-B7B3-CC9A-7DED3272A84D}"/>
          </ac:spMkLst>
        </pc:spChg>
      </pc:sldChg>
      <pc:sldChg chg="addSp delSp modSp new mod modClrScheme chgLayout">
        <pc:chgData name="Charity Gwese" userId="47cf6ea682a7bfa1" providerId="LiveId" clId="{E7309B3C-0CC5-4A93-AA0F-CE276BF7C62E}" dt="2026-09-12T00:13:27.023" v="634" actId="207"/>
        <pc:sldMkLst>
          <pc:docMk/>
          <pc:sldMk cId="3405442006" sldId="259"/>
        </pc:sldMkLst>
        <pc:spChg chg="mod">
          <ac:chgData name="Charity Gwese" userId="47cf6ea682a7bfa1" providerId="LiveId" clId="{E7309B3C-0CC5-4A93-AA0F-CE276BF7C62E}" dt="2026-09-12T00:07:12.837" v="452" actId="21"/>
          <ac:spMkLst>
            <pc:docMk/>
            <pc:sldMk cId="3405442006" sldId="259"/>
            <ac:spMk id="4" creationId="{EC045DC4-BA11-4992-9CFC-C9BC74376A42}"/>
          </ac:spMkLst>
        </pc:spChg>
        <pc:spChg chg="mod">
          <ac:chgData name="Charity Gwese" userId="47cf6ea682a7bfa1" providerId="LiveId" clId="{E7309B3C-0CC5-4A93-AA0F-CE276BF7C62E}" dt="2026-09-12T00:08:48.498" v="569" actId="20577"/>
          <ac:spMkLst>
            <pc:docMk/>
            <pc:sldMk cId="3405442006" sldId="259"/>
            <ac:spMk id="6" creationId="{B6F156EE-CB93-01E5-42C6-A8DE7E14ACFE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0" creationId="{3756EDB9-F24E-82A3-EB9A-C6E07B3A95C1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4" creationId="{57D87A05-5E32-0599-2C2F-1972E7ABEBDC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6" creationId="{9FA65D34-86E8-6DC8-4F6A-E29D3E4EACE8}"/>
          </ac:spMkLst>
        </pc:spChg>
        <pc:spChg chg="mod">
          <ac:chgData name="Charity Gwese" userId="47cf6ea682a7bfa1" providerId="LiveId" clId="{E7309B3C-0CC5-4A93-AA0F-CE276BF7C62E}" dt="2026-09-12T00:05:57.325" v="359" actId="13822"/>
          <ac:spMkLst>
            <pc:docMk/>
            <pc:sldMk cId="3405442006" sldId="259"/>
            <ac:spMk id="18" creationId="{8BE1BE68-0717-9226-B406-EBA34427D473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22" creationId="{52622D12-86C9-52DF-F4CC-D385D7305A27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32" creationId="{ABAC0463-F263-7ACD-2B8C-7AA637E81828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46" creationId="{BD29BDBB-C66E-83AC-5232-A9FC9B974BFC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48" creationId="{7E4FC70A-B157-6DBF-D407-33012E213874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50" creationId="{AB883AC2-B544-A791-8916-712E68E50CD2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60" creationId="{26F4F9A4-A9E7-63BE-78B7-393056CC950D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70" creationId="{A6E04458-58D4-172B-85CB-FFA182F32EB0}"/>
          </ac:spMkLst>
        </pc:spChg>
        <pc:spChg chg="mod">
          <ac:chgData name="Charity Gwese" userId="47cf6ea682a7bfa1" providerId="LiveId" clId="{E7309B3C-0CC5-4A93-AA0F-CE276BF7C62E}" dt="2026-09-12T00:13:27.023" v="634" actId="207"/>
          <ac:spMkLst>
            <pc:docMk/>
            <pc:sldMk cId="3405442006" sldId="259"/>
            <ac:spMk id="80" creationId="{CB4408B2-337B-B68D-DE3F-00B5EFD660ED}"/>
          </ac:spMkLst>
        </pc:spChg>
        <pc:spChg chg="add mod">
          <ac:chgData name="Charity Gwese" userId="47cf6ea682a7bfa1" providerId="LiveId" clId="{E7309B3C-0CC5-4A93-AA0F-CE276BF7C62E}" dt="2026-09-12T00:10:24.997" v="624" actId="255"/>
          <ac:spMkLst>
            <pc:docMk/>
            <pc:sldMk cId="3405442006" sldId="259"/>
            <ac:spMk id="84" creationId="{B2421EC2-20F3-70AB-343E-9B0D2B71FE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5F24-FE2C-3CBA-74CE-BF6C2FB9F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C67F9-53A0-B5EF-645C-24E638CA8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F77B-507E-C4EA-629F-86659467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FCC1-AEBB-83EB-7424-CE6A18BF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B5D3-C514-77FC-E8C5-B1B8044B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27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ED5E-E450-0184-6EB1-085489AD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A6A6-3A1A-8ED3-7CD3-2B76F8E9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7B6B-B864-A5C2-4244-9737E04B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DD44-0585-1FF3-65DF-3E77368C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DFC9-D6B0-0C82-31E0-41E4E6D2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200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70F9-6DEF-37C5-21EC-52CB76C0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F8587-0426-0B0A-40A8-D697691CD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C41E-43F2-8876-D6B3-5286FE20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77811-C85A-00E5-8AF0-C20907E0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2CBD-C6FF-BDAA-BBC5-B6D4612A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86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DB91-F29F-BC0A-71A9-7F712AD8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44CB-6987-CEDC-7DC2-ADABBAB20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9D1D0-4544-5A6F-D0D9-25F00146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BB2A5-C1FE-B1A5-50EB-7070C94C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088F3-168C-22FA-D66E-8DCA154D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3068A-5573-1F8B-8526-81AEC54A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64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EAB5-9FCF-4515-76D0-8468709C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F505-B626-722F-FE6F-22B82C90A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668C5-D9FC-E4B9-88DB-8033143E5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82BDF-6CC1-E1A2-50D4-97D074308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D9FE9-B1D3-4AD6-1D27-9C0C8755F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9E466-D832-E98D-0DB0-BA1B5FD1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25093-8FD8-8FDF-DA11-358308C0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4C511-6A83-B318-BEC6-34E642E6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79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2DDC-EB3F-E313-5428-6F70C439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62A06-524C-6539-21AD-76A3C4B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F32C8-9C63-966B-BEEB-11FED2C2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BE9A-5875-9889-8A74-A5165F44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27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A6B54-4B05-E507-1B73-02EF00F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672E-46CE-279D-CD3C-4FA9E0C5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E5488-05C0-6A98-4C91-5B420DD5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46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B2D3-1A2F-02F5-A302-707578D3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145F5-1D63-E37A-0BE9-74874CA1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8BEB1-44E6-EBA1-B352-4BA647348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68306-8AA1-AFF9-55E2-523B202D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F5212-98DE-268F-16B1-7E4F2AD4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6A4C-EFCD-73DC-663A-6D700F18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09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C8E5-0619-CE7B-8D31-C72D65D7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24D0C-19CE-8E5E-8B30-8A44B8E6B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3FAA0-EB59-C498-1291-B938A59E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371FA-8AFE-D1EE-21AB-209D722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68731-C4CA-0E68-8C8B-FB6F7729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3C5B3-179C-275C-08E6-E3E767D1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2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7040-FC45-C872-C30E-9431FBA3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72CC-6434-39C0-72DF-763EF4F41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597E-9CE6-9DE8-8951-003B1F64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F5549-431D-50F6-9BD5-69BC94CF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FC017-F82A-4DC7-B00D-DD838B1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89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6C38A-24F0-EBC7-6A5B-65C8600B7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5B0D9-1398-023F-195F-C47BCCC7B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76BD-CEC4-637A-0B0A-B116FF01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E41D6-75DC-D6E7-9B21-1D4B93C5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07B7-73E5-52AC-385D-90C3C87C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03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763B9-A0DE-8625-A253-6982A833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54B53-8B7D-FB6D-2455-001D1BDF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D162-70DA-D3B4-D4DA-4DB32F4DC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CD068-E763-4D96-972C-0B3F1441A126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B38F-7B86-EFEF-3A0B-5C28395D0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89C5-C71D-0E52-0A11-F4E7D75E8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47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D7C5EC4-17BF-620E-9615-897F9C02E6F7}"/>
              </a:ext>
            </a:extLst>
          </p:cNvPr>
          <p:cNvSpPr txBox="1"/>
          <p:nvPr/>
        </p:nvSpPr>
        <p:spPr>
          <a:xfrm>
            <a:off x="6827520" y="1370172"/>
            <a:ext cx="4739640" cy="4983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E608F-0140-3045-9240-304F94C6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0" y="734457"/>
            <a:ext cx="10408920" cy="956231"/>
          </a:xfrm>
        </p:spPr>
        <p:txBody>
          <a:bodyPr>
            <a:normAutofit fontScale="90000"/>
          </a:bodyPr>
          <a:lstStyle/>
          <a:p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Australia — MedTalk Clinical Documentation Platform: Current State (As-Is)</a:t>
            </a:r>
            <a:br>
              <a:rPr lang="en-US" sz="1000" dirty="0"/>
            </a:br>
            <a:r>
              <a:rPr lang="en-US" sz="2800" dirty="0"/>
              <a:t>Faz Australia — MedTalk Clinical Documentation Platform: Current State (As-Is)</a:t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798F5-9DB6-171C-EC7E-B018F38920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MedTalk (Faz Australia) is an AI clinical documentation tool: it transcribes doctor–patient consultations live, codes the EMR in SNOMED CT-AU, maps codes to ICD-10-AM, and shares billing data via MediBetter BOSS to the MBS.</a:t>
            </a: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(MediBetter, 2026)</a:t>
            </a:r>
          </a:p>
          <a:p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integrates with Best Practice via Halo Connect and HL7 FHIR R5 / SMART on FHIR, using Epic’s developer sandbox to test integrations against mock patient data before go-live.</a:t>
            </a: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(MedTalk AI, 2020)</a:t>
            </a:r>
            <a:endParaRPr lang="en-US" sz="1600" dirty="0"/>
          </a:p>
          <a:p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onboarding costs ~US$500 (listing) + up to US$1,900 (membership) + US$40K–350K (build </a:t>
            </a:r>
            <a:r>
              <a:rPr lang="en-US" sz="16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read-only to full bidirectional FHIR); MedTalk–MediBetter API fees run US$100–500.</a:t>
            </a: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(Choudhary, 2026; MarkiTech.AI, 2025)</a:t>
            </a:r>
            <a:endParaRPr lang="en-US" sz="1600" dirty="0"/>
          </a:p>
          <a:p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point: no reusable, safe test environment — restricted sandbox access slows development, makes issues hard to reproduce, and raises compliance exposure.</a:t>
            </a:r>
            <a:endParaRPr lang="en-US" sz="1600" dirty="0"/>
          </a:p>
          <a:p>
            <a:endParaRPr lang="en-US" sz="1200" dirty="0"/>
          </a:p>
          <a:p>
            <a:pPr marL="0" indent="0">
              <a:buClr>
                <a:schemeClr val="accent1"/>
              </a:buClr>
              <a:buNone/>
            </a:pPr>
            <a:endParaRPr lang="en-AU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7DA5A79-0567-A0E2-742B-ABD85D2040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1059" y="1690688"/>
            <a:ext cx="4406069" cy="36579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B799CC-1332-66F5-C081-BB97DC2AB886}"/>
              </a:ext>
            </a:extLst>
          </p:cNvPr>
          <p:cNvSpPr txBox="1"/>
          <p:nvPr/>
        </p:nvSpPr>
        <p:spPr>
          <a:xfrm>
            <a:off x="1097280" y="367348"/>
            <a:ext cx="722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TECHNOLOGY LANDSCAPE ANALYSIS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2D51A-0B6F-1B10-7CB0-033CCB95C61A}"/>
              </a:ext>
            </a:extLst>
          </p:cNvPr>
          <p:cNvSpPr txBox="1"/>
          <p:nvPr/>
        </p:nvSpPr>
        <p:spPr>
          <a:xfrm>
            <a:off x="7054410" y="5692656"/>
            <a:ext cx="413936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MedTalk data flow: clinical encounter → coding → FHIR integration → billing</a:t>
            </a:r>
            <a:endParaRPr lang="en-US" sz="1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56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9528-92C5-1B1D-810E-5F199FA9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2" y="-108549"/>
            <a:ext cx="10515600" cy="1325563"/>
          </a:xfrm>
        </p:spPr>
        <p:txBody>
          <a:bodyPr/>
          <a:lstStyle/>
          <a:p>
            <a:r>
              <a:rPr lang="en-AU" dirty="0"/>
              <a:t>Comparative Analysis of existing Solutions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21157-488E-D9AE-91E7-84034AFC56C5}"/>
              </a:ext>
            </a:extLst>
          </p:cNvPr>
          <p:cNvSpPr txBox="1"/>
          <p:nvPr/>
        </p:nvSpPr>
        <p:spPr>
          <a:xfrm>
            <a:off x="159619" y="1528748"/>
            <a:ext cx="2679034" cy="366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04A71-AD8B-4F19-DE28-58C433C6268D}"/>
              </a:ext>
            </a:extLst>
          </p:cNvPr>
          <p:cNvSpPr txBox="1"/>
          <p:nvPr/>
        </p:nvSpPr>
        <p:spPr>
          <a:xfrm>
            <a:off x="130746" y="1395404"/>
            <a:ext cx="2736781" cy="615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Health IT Sandbox</a:t>
            </a:r>
            <a:endParaRPr lang="en-US" sz="1600" dirty="0"/>
          </a:p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25CE7-FB68-7097-B163-1762226E6918}"/>
              </a:ext>
            </a:extLst>
          </p:cNvPr>
          <p:cNvSpPr txBox="1"/>
          <p:nvPr/>
        </p:nvSpPr>
        <p:spPr>
          <a:xfrm>
            <a:off x="200526" y="2322691"/>
            <a:ext cx="2887579" cy="65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15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well-documented sandbox purpose-built for testing SMART on FHIR apps.</a:t>
            </a:r>
            <a:endParaRPr lang="en-US" sz="11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87B1D-D030-F909-8122-B0D5E5AE28C3}"/>
              </a:ext>
            </a:extLst>
          </p:cNvPr>
          <p:cNvSpPr txBox="1"/>
          <p:nvPr/>
        </p:nvSpPr>
        <p:spPr>
          <a:xfrm>
            <a:off x="183684" y="3498793"/>
            <a:ext cx="2654969" cy="103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15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 SMART app ecosystem that is for </a:t>
            </a:r>
            <a:r>
              <a:rPr lang="en-AU" sz="115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r>
              <a:rPr lang="en-US" sz="115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does not validate full cross-system, multi-vendor data exchange.</a:t>
            </a:r>
            <a:endParaRPr lang="en-US" sz="11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0FE73-0E02-1C34-AA18-42C7B0398CD6}"/>
              </a:ext>
            </a:extLst>
          </p:cNvPr>
          <p:cNvSpPr txBox="1"/>
          <p:nvPr/>
        </p:nvSpPr>
        <p:spPr>
          <a:xfrm>
            <a:off x="3100137" y="1381964"/>
            <a:ext cx="2815385" cy="38090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D4248-37D3-8F3B-8CE9-F411F3CFB7C5}"/>
              </a:ext>
            </a:extLst>
          </p:cNvPr>
          <p:cNvSpPr txBox="1"/>
          <p:nvPr/>
        </p:nvSpPr>
        <p:spPr>
          <a:xfrm>
            <a:off x="6084779" y="1397420"/>
            <a:ext cx="2790519" cy="37935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548C28-9857-F6D2-24AE-C17754C13271}"/>
              </a:ext>
            </a:extLst>
          </p:cNvPr>
          <p:cNvSpPr txBox="1"/>
          <p:nvPr/>
        </p:nvSpPr>
        <p:spPr>
          <a:xfrm>
            <a:off x="9018085" y="1508744"/>
            <a:ext cx="2791322" cy="366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CE467C-923C-975A-ABC2-A10B968A1A18}"/>
              </a:ext>
            </a:extLst>
          </p:cNvPr>
          <p:cNvSpPr txBox="1"/>
          <p:nvPr/>
        </p:nvSpPr>
        <p:spPr>
          <a:xfrm>
            <a:off x="3088105" y="1381964"/>
            <a:ext cx="2851518" cy="615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 App Orchard / Sandbox</a:t>
            </a:r>
            <a:endParaRPr lang="en-US" sz="1600" dirty="0"/>
          </a:p>
          <a:p>
            <a:endParaRPr lang="en-A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67F95-9F91-A47F-D6CF-2FF8DF03D312}"/>
              </a:ext>
            </a:extLst>
          </p:cNvPr>
          <p:cNvSpPr txBox="1"/>
          <p:nvPr/>
        </p:nvSpPr>
        <p:spPr>
          <a:xfrm>
            <a:off x="6069539" y="1437504"/>
            <a:ext cx="2779289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MediRecords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Developer Sandbox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781F7-7395-4C76-1E8D-E64132D1FDB9}"/>
              </a:ext>
            </a:extLst>
          </p:cNvPr>
          <p:cNvSpPr txBox="1"/>
          <p:nvPr/>
        </p:nvSpPr>
        <p:spPr>
          <a:xfrm>
            <a:off x="9044555" y="1421348"/>
            <a:ext cx="2791323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Synapxe HealthX Innovation Sandbox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8789BA-1176-240F-0041-A0B5DE90EF39}"/>
              </a:ext>
            </a:extLst>
          </p:cNvPr>
          <p:cNvSpPr txBox="1"/>
          <p:nvPr/>
        </p:nvSpPr>
        <p:spPr>
          <a:xfrm>
            <a:off x="3148268" y="3518340"/>
            <a:ext cx="2654969" cy="14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Epic-specific; formal onboarding plus US$40K–350K build </a:t>
            </a:r>
            <a:r>
              <a:rPr lang="en-US" sz="12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restrict accessibility.</a:t>
            </a:r>
            <a:endParaRPr lang="en-US" sz="1200" dirty="0"/>
          </a:p>
          <a:p>
            <a:pPr>
              <a:lnSpc>
                <a:spcPct val="108000"/>
              </a:lnSpc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(Choudhary, 2026; Bonami Software, 2026)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024FC5-42AB-3D7A-1977-B0204D94116B}"/>
              </a:ext>
            </a:extLst>
          </p:cNvPr>
          <p:cNvSpPr txBox="1"/>
          <p:nvPr/>
        </p:nvSpPr>
        <p:spPr>
          <a:xfrm>
            <a:off x="3196398" y="2337727"/>
            <a:ext cx="265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Epic EHR </a:t>
            </a:r>
            <a:r>
              <a:rPr lang="en-US" sz="12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testable against mock patient data before go-live.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80FE4-3EFD-D343-8A06-795CFAD5749B}"/>
              </a:ext>
            </a:extLst>
          </p:cNvPr>
          <p:cNvSpPr txBox="1"/>
          <p:nvPr/>
        </p:nvSpPr>
        <p:spPr>
          <a:xfrm>
            <a:off x="6193847" y="2479684"/>
            <a:ext cx="2739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Australian-context FHIR/Connect API testing aligned to local standards.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DA8B58-0117-94CA-B844-5669742D2EE3}"/>
              </a:ext>
            </a:extLst>
          </p:cNvPr>
          <p:cNvSpPr txBox="1"/>
          <p:nvPr/>
        </p:nvSpPr>
        <p:spPr>
          <a:xfrm>
            <a:off x="6131698" y="3540420"/>
            <a:ext cx="2654969" cy="107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</a:t>
            </a:r>
            <a:r>
              <a:rPr lang="en-US" sz="12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MediRecords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own APIs only — not a vendor-neutral environment.</a:t>
            </a:r>
            <a:endParaRPr lang="en-US" sz="1200" dirty="0"/>
          </a:p>
          <a:p>
            <a:pPr>
              <a:lnSpc>
                <a:spcPct val="108000"/>
              </a:lnSpc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MediRecords</a:t>
            </a: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Connect, 2026)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B83765-B5B6-ADA8-B9B8-14DB7B927DF4}"/>
              </a:ext>
            </a:extLst>
          </p:cNvPr>
          <p:cNvSpPr txBox="1"/>
          <p:nvPr/>
        </p:nvSpPr>
        <p:spPr>
          <a:xfrm>
            <a:off x="9176111" y="2417620"/>
            <a:ext cx="277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sandbox supporting a broad health-tech innovation ecosystem.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6F61D1-E691-8440-8957-6E1A75B67F03}"/>
              </a:ext>
            </a:extLst>
          </p:cNvPr>
          <p:cNvSpPr txBox="1"/>
          <p:nvPr/>
        </p:nvSpPr>
        <p:spPr>
          <a:xfrm>
            <a:off x="9160872" y="3540347"/>
            <a:ext cx="2791322" cy="14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2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Singapore’s governance/standards — not directly transferable to Australian FHIR/SNOMED CT-AU context.</a:t>
            </a:r>
            <a:endParaRPr lang="en-US" sz="1200" dirty="0"/>
          </a:p>
          <a:p>
            <a:pPr>
              <a:lnSpc>
                <a:spcPct val="108000"/>
              </a:lnSpc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(Synapxe, 2023)</a:t>
            </a:r>
            <a:endParaRPr lang="en-US" sz="1200" dirty="0"/>
          </a:p>
          <a:p>
            <a:endParaRPr lang="en-AU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11BE41-DB44-D3B1-0D6D-CAF7D7A3BCBD}"/>
              </a:ext>
            </a:extLst>
          </p:cNvPr>
          <p:cNvSpPr txBox="1"/>
          <p:nvPr/>
        </p:nvSpPr>
        <p:spPr>
          <a:xfrm>
            <a:off x="229413" y="5740990"/>
            <a:ext cx="11588803" cy="738664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is vendor- or ecosystem-bound. None offers a vendor-neutral environment that validates FHIR exchange, SNOMED CT-AU/ICD-10-AM terminology and authentication together, before and after deployment — the role the proposed Test Harness fills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33778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6D7F-5D5A-269C-2500-9C869F7B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9789"/>
            <a:ext cx="10515600" cy="112999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Market Survey</a:t>
            </a:r>
            <a:br>
              <a:rPr lang="en-US" dirty="0"/>
            </a:b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59CA6-2283-7F28-8C66-146613B2F2C9}"/>
              </a:ext>
            </a:extLst>
          </p:cNvPr>
          <p:cNvSpPr txBox="1"/>
          <p:nvPr/>
        </p:nvSpPr>
        <p:spPr>
          <a:xfrm>
            <a:off x="655320" y="1264920"/>
            <a:ext cx="5440680" cy="21640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DEC77-ABC3-7833-8453-3C2B6EDBF2C3}"/>
              </a:ext>
            </a:extLst>
          </p:cNvPr>
          <p:cNvSpPr txBox="1"/>
          <p:nvPr/>
        </p:nvSpPr>
        <p:spPr>
          <a:xfrm>
            <a:off x="6629400" y="4130040"/>
            <a:ext cx="5288280" cy="21640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C6D81-27F0-E1B2-4379-C3AB00D36867}"/>
              </a:ext>
            </a:extLst>
          </p:cNvPr>
          <p:cNvSpPr txBox="1"/>
          <p:nvPr/>
        </p:nvSpPr>
        <p:spPr>
          <a:xfrm>
            <a:off x="655320" y="4130040"/>
            <a:ext cx="5440680" cy="21640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BA884-FB72-E29C-8D6B-078660CD7BC1}"/>
              </a:ext>
            </a:extLst>
          </p:cNvPr>
          <p:cNvSpPr txBox="1"/>
          <p:nvPr/>
        </p:nvSpPr>
        <p:spPr>
          <a:xfrm>
            <a:off x="6553200" y="1264920"/>
            <a:ext cx="5440680" cy="21640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6C37E-27AB-02A6-7132-F58E0B4A1AEA}"/>
              </a:ext>
            </a:extLst>
          </p:cNvPr>
          <p:cNvSpPr txBox="1"/>
          <p:nvPr/>
        </p:nvSpPr>
        <p:spPr>
          <a:xfrm>
            <a:off x="838200" y="1888034"/>
            <a:ext cx="512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exchange standard for patient data, appointments and clinical notes; supports RESTful APIs, documents and messaging. Free to build on, unlike the trademarked “HL7” name.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400" i="1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eCQI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2025)</a:t>
            </a:r>
            <a:endParaRPr lang="en-US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6C6C-2EA8-B8E4-F686-A27E0C927D4A}"/>
              </a:ext>
            </a:extLst>
          </p:cNvPr>
          <p:cNvSpPr txBox="1"/>
          <p:nvPr/>
        </p:nvSpPr>
        <p:spPr>
          <a:xfrm>
            <a:off x="1066800" y="147828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42ECB-DBC5-E633-B619-B197C073B3F3}"/>
              </a:ext>
            </a:extLst>
          </p:cNvPr>
          <p:cNvSpPr txBox="1"/>
          <p:nvPr/>
        </p:nvSpPr>
        <p:spPr>
          <a:xfrm>
            <a:off x="1463040" y="1339780"/>
            <a:ext cx="275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HL7 FHIR</a:t>
            </a:r>
            <a:endParaRPr lang="en-US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681E5-BC84-477F-6E37-B5076950D3B9}"/>
              </a:ext>
            </a:extLst>
          </p:cNvPr>
          <p:cNvSpPr txBox="1"/>
          <p:nvPr/>
        </p:nvSpPr>
        <p:spPr>
          <a:xfrm>
            <a:off x="6766560" y="1354068"/>
            <a:ext cx="4815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SNOMED CT-AU → ICD-10-AM</a:t>
            </a:r>
            <a:endParaRPr lang="en-US" dirty="0"/>
          </a:p>
          <a:p>
            <a:endParaRPr lang="en-AU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Australia’s preferred clinical terminology (SNOMED CT + Australian Medicines Terminology), mapped to ICD-10-AM for diagnosis coding and onward to MBS for billing.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(SNOMED CT-AU &amp; AMT Release, 2022)</a:t>
            </a: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26DA8-C219-FDFE-AAEF-8BD846E5D2F4}"/>
              </a:ext>
            </a:extLst>
          </p:cNvPr>
          <p:cNvSpPr txBox="1"/>
          <p:nvPr/>
        </p:nvSpPr>
        <p:spPr>
          <a:xfrm>
            <a:off x="1066800" y="4358640"/>
            <a:ext cx="4282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Patient Data</a:t>
            </a:r>
            <a:endParaRPr lang="en-US" dirty="0"/>
          </a:p>
          <a:p>
            <a:endParaRPr lang="en-AU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generates realistic synthetic EHRs, but on US demographics; CSIRO’s Australian-context equivalent exists but is not publicly available for this project.</a:t>
            </a:r>
            <a:endParaRPr lang="en-US" dirty="0"/>
          </a:p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CB6C7-9232-B7B3-CC9A-7DED3272A84D}"/>
              </a:ext>
            </a:extLst>
          </p:cNvPr>
          <p:cNvSpPr txBox="1"/>
          <p:nvPr/>
        </p:nvSpPr>
        <p:spPr>
          <a:xfrm>
            <a:off x="6766560" y="4358640"/>
            <a:ext cx="51511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on FHIR &amp; Halo Connect</a:t>
            </a:r>
          </a:p>
          <a:p>
            <a:endParaRPr lang="en-US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provides OAuth 2.0-based secure app authorisation. Halo Connect (Halo Link + Halo Cloud) bridges local practice databases to external FHIR/SQL consumers.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(SMART on FHIR, n.d.; Halo Connect Documentation, 2026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788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C045DC4-BA11-4992-9CFC-C9BC74376A42}"/>
              </a:ext>
            </a:extLst>
          </p:cNvPr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6F156EE-CB93-01E5-42C6-A8DE7E14ACFE}"/>
              </a:ext>
            </a:extLst>
          </p:cNvPr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Current State to Test Harness</a:t>
            </a:r>
            <a:endParaRPr lang="en-US" sz="3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C1D31F3-C5C8-C3E3-3F3C-56453E2E3D38}"/>
              </a:ext>
            </a:extLst>
          </p:cNvPr>
          <p:cNvSpPr/>
          <p:nvPr/>
        </p:nvSpPr>
        <p:spPr>
          <a:xfrm>
            <a:off x="548640" y="1600200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756EDB9-F24E-82A3-EB9A-C6E07B3A95C1}"/>
              </a:ext>
            </a:extLst>
          </p:cNvPr>
          <p:cNvSpPr/>
          <p:nvPr/>
        </p:nvSpPr>
        <p:spPr>
          <a:xfrm>
            <a:off x="731520" y="1783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A6FD67E-65E2-8EDE-A27E-8D51083E4B19}"/>
              </a:ext>
            </a:extLst>
          </p:cNvPr>
          <p:cNvSpPr txBox="1"/>
          <p:nvPr/>
        </p:nvSpPr>
        <p:spPr>
          <a:xfrm>
            <a:off x="73152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7D87A05-5E32-0599-2C2F-1972E7ABEBDC}"/>
              </a:ext>
            </a:extLst>
          </p:cNvPr>
          <p:cNvSpPr txBox="1"/>
          <p:nvPr/>
        </p:nvSpPr>
        <p:spPr>
          <a:xfrm>
            <a:off x="1143000" y="17099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/ restricted testing</a:t>
            </a:r>
            <a:endParaRPr lang="en-US" sz="125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FA65D34-86E8-6DC8-4F6A-E29D3E4EACE8}"/>
              </a:ext>
            </a:extLst>
          </p:cNvPr>
          <p:cNvSpPr txBox="1"/>
          <p:nvPr/>
        </p:nvSpPr>
        <p:spPr>
          <a:xfrm>
            <a:off x="11430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BE1BE68-0717-9226-B406-EBA34427D473}"/>
              </a:ext>
            </a:extLst>
          </p:cNvPr>
          <p:cNvSpPr txBox="1"/>
          <p:nvPr/>
        </p:nvSpPr>
        <p:spPr>
          <a:xfrm>
            <a:off x="1417320" y="2057400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synthetic test environment</a:t>
            </a:r>
            <a:endParaRPr lang="en-US" sz="13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5647F7A7-2E5F-5CB8-1FF4-152C54E1B3C3}"/>
              </a:ext>
            </a:extLst>
          </p:cNvPr>
          <p:cNvSpPr/>
          <p:nvPr/>
        </p:nvSpPr>
        <p:spPr>
          <a:xfrm>
            <a:off x="6254496" y="1600200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52622D12-86C9-52DF-F4CC-D385D7305A27}"/>
              </a:ext>
            </a:extLst>
          </p:cNvPr>
          <p:cNvSpPr/>
          <p:nvPr/>
        </p:nvSpPr>
        <p:spPr>
          <a:xfrm>
            <a:off x="6437376" y="1783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6219297-5C78-7A8A-3C09-A28C3F38567B}"/>
              </a:ext>
            </a:extLst>
          </p:cNvPr>
          <p:cNvSpPr txBox="1"/>
          <p:nvPr/>
        </p:nvSpPr>
        <p:spPr>
          <a:xfrm>
            <a:off x="6437376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D89FFFA-801F-8D6D-841F-B99FFC771A7D}"/>
              </a:ext>
            </a:extLst>
          </p:cNvPr>
          <p:cNvSpPr txBox="1"/>
          <p:nvPr/>
        </p:nvSpPr>
        <p:spPr>
          <a:xfrm>
            <a:off x="6848856" y="17099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API connectivity</a:t>
            </a:r>
            <a:endParaRPr lang="en-US" sz="125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5C3D5692-0414-443B-FFC2-FF93CBB6C9B8}"/>
              </a:ext>
            </a:extLst>
          </p:cNvPr>
          <p:cNvSpPr txBox="1"/>
          <p:nvPr/>
        </p:nvSpPr>
        <p:spPr>
          <a:xfrm>
            <a:off x="684885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B6528C19-3B5D-2648-C02F-F29C760AA1A0}"/>
              </a:ext>
            </a:extLst>
          </p:cNvPr>
          <p:cNvSpPr txBox="1"/>
          <p:nvPr/>
        </p:nvSpPr>
        <p:spPr>
          <a:xfrm>
            <a:off x="7123176" y="2057400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 interoperability (FHIR + SNOMED CT-AU + ICD-10-AM)</a:t>
            </a:r>
            <a:endParaRPr lang="en-US" sz="13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BAC0463-F263-7ACD-2B8C-7AA637E81828}"/>
              </a:ext>
            </a:extLst>
          </p:cNvPr>
          <p:cNvSpPr/>
          <p:nvPr/>
        </p:nvSpPr>
        <p:spPr>
          <a:xfrm>
            <a:off x="548640" y="3035808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9595B1C8-457C-1BDF-FB3A-88A19D80FAAC}"/>
              </a:ext>
            </a:extLst>
          </p:cNvPr>
          <p:cNvSpPr/>
          <p:nvPr/>
        </p:nvSpPr>
        <p:spPr>
          <a:xfrm>
            <a:off x="731520" y="32186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C2D2CABC-C695-91B9-FF6E-60CF653DD0EE}"/>
              </a:ext>
            </a:extLst>
          </p:cNvPr>
          <p:cNvSpPr txBox="1"/>
          <p:nvPr/>
        </p:nvSpPr>
        <p:spPr>
          <a:xfrm>
            <a:off x="7315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9A91574-85D1-6B4D-AF5F-903E40021692}"/>
              </a:ext>
            </a:extLst>
          </p:cNvPr>
          <p:cNvSpPr txBox="1"/>
          <p:nvPr/>
        </p:nvSpPr>
        <p:spPr>
          <a:xfrm>
            <a:off x="1143000" y="3145536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only</a:t>
            </a:r>
            <a:endParaRPr lang="en-US" sz="125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27119724-EC62-6135-814E-7188DE7BA7BB}"/>
              </a:ext>
            </a:extLst>
          </p:cNvPr>
          <p:cNvSpPr txBox="1"/>
          <p:nvPr/>
        </p:nvSpPr>
        <p:spPr>
          <a:xfrm>
            <a:off x="11430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CB0FD95-D1EB-9644-D602-9BAABDE3EF08}"/>
              </a:ext>
            </a:extLst>
          </p:cNvPr>
          <p:cNvSpPr txBox="1"/>
          <p:nvPr/>
        </p:nvSpPr>
        <p:spPr>
          <a:xfrm>
            <a:off x="1417320" y="3493008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clinical coding with known terminology mapping</a:t>
            </a:r>
            <a:endParaRPr lang="en-US" sz="1300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2712B910-E8B8-59C2-85D3-02EA06B16AE7}"/>
              </a:ext>
            </a:extLst>
          </p:cNvPr>
          <p:cNvSpPr/>
          <p:nvPr/>
        </p:nvSpPr>
        <p:spPr>
          <a:xfrm>
            <a:off x="6254496" y="3035808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BD29BDBB-C66E-83AC-5232-A9FC9B974BFC}"/>
              </a:ext>
            </a:extLst>
          </p:cNvPr>
          <p:cNvSpPr/>
          <p:nvPr/>
        </p:nvSpPr>
        <p:spPr>
          <a:xfrm>
            <a:off x="6437376" y="32186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E4FC70A-B157-6DBF-D407-33012E213874}"/>
              </a:ext>
            </a:extLst>
          </p:cNvPr>
          <p:cNvSpPr txBox="1"/>
          <p:nvPr/>
        </p:nvSpPr>
        <p:spPr>
          <a:xfrm>
            <a:off x="6437376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AB883AC2-B544-A791-8916-712E68E50CD2}"/>
              </a:ext>
            </a:extLst>
          </p:cNvPr>
          <p:cNvSpPr txBox="1"/>
          <p:nvPr/>
        </p:nvSpPr>
        <p:spPr>
          <a:xfrm>
            <a:off x="6848856" y="3145536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testing</a:t>
            </a:r>
            <a:endParaRPr lang="en-US" sz="125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D9FA8C66-9058-0AA1-7631-E2884E152102}"/>
              </a:ext>
            </a:extLst>
          </p:cNvPr>
          <p:cNvSpPr txBox="1"/>
          <p:nvPr/>
        </p:nvSpPr>
        <p:spPr>
          <a:xfrm>
            <a:off x="6848856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9267E901-5A7F-3267-5AD5-6F9DF624F541}"/>
              </a:ext>
            </a:extLst>
          </p:cNvPr>
          <p:cNvSpPr txBox="1"/>
          <p:nvPr/>
        </p:nvSpPr>
        <p:spPr>
          <a:xfrm>
            <a:off x="7123176" y="3493008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testing (delays, bad data, dropped connections)</a:t>
            </a:r>
            <a:endParaRPr lang="en-US" sz="1300" dirty="0"/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2E2CA194-0AB3-4AD9-5E76-42FD6D007F55}"/>
              </a:ext>
            </a:extLst>
          </p:cNvPr>
          <p:cNvSpPr/>
          <p:nvPr/>
        </p:nvSpPr>
        <p:spPr>
          <a:xfrm>
            <a:off x="548640" y="4471416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CC819DFC-7C84-86B0-CBA7-9760566DFAC7}"/>
              </a:ext>
            </a:extLst>
          </p:cNvPr>
          <p:cNvSpPr/>
          <p:nvPr/>
        </p:nvSpPr>
        <p:spPr>
          <a:xfrm>
            <a:off x="731520" y="4654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6F4F9A4-A9E7-63BE-78B7-393056CC950D}"/>
              </a:ext>
            </a:extLst>
          </p:cNvPr>
          <p:cNvSpPr txBox="1"/>
          <p:nvPr/>
        </p:nvSpPr>
        <p:spPr>
          <a:xfrm>
            <a:off x="73152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85C492E6-6214-A6EB-639E-18DAE6A307A0}"/>
              </a:ext>
            </a:extLst>
          </p:cNvPr>
          <p:cNvSpPr txBox="1"/>
          <p:nvPr/>
        </p:nvSpPr>
        <p:spPr>
          <a:xfrm>
            <a:off x="1143000" y="458114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</a:t>
            </a:r>
            <a:endParaRPr lang="en-US" sz="125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55AE0C61-2652-B42B-E0A5-28F1B1FF773B}"/>
              </a:ext>
            </a:extLst>
          </p:cNvPr>
          <p:cNvSpPr txBox="1"/>
          <p:nvPr/>
        </p:nvSpPr>
        <p:spPr>
          <a:xfrm>
            <a:off x="1143000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A9C2B614-A2BF-BEBD-1A6C-19270EF6F32A}"/>
              </a:ext>
            </a:extLst>
          </p:cNvPr>
          <p:cNvSpPr txBox="1"/>
          <p:nvPr/>
        </p:nvSpPr>
        <p:spPr>
          <a:xfrm>
            <a:off x="1417320" y="4928616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automated test suite</a:t>
            </a:r>
            <a:endParaRPr lang="en-US" sz="1300" dirty="0"/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6A42D560-A99F-0039-0EE3-558303C39235}"/>
              </a:ext>
            </a:extLst>
          </p:cNvPr>
          <p:cNvSpPr/>
          <p:nvPr/>
        </p:nvSpPr>
        <p:spPr>
          <a:xfrm>
            <a:off x="6254496" y="4471416"/>
            <a:ext cx="5385816" cy="1234440"/>
          </a:xfrm>
          <a:prstGeom prst="rect">
            <a:avLst/>
          </a:prstGeom>
          <a:solidFill>
            <a:srgbClr val="2E3B7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A6E04458-58D4-172B-85CB-FFA182F32EB0}"/>
              </a:ext>
            </a:extLst>
          </p:cNvPr>
          <p:cNvSpPr/>
          <p:nvPr/>
        </p:nvSpPr>
        <p:spPr>
          <a:xfrm>
            <a:off x="6437376" y="4654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9CC93948-E7F0-91A9-C964-5E114CCCA42F}"/>
              </a:ext>
            </a:extLst>
          </p:cNvPr>
          <p:cNvSpPr txBox="1"/>
          <p:nvPr/>
        </p:nvSpPr>
        <p:spPr>
          <a:xfrm>
            <a:off x="6437376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448B85BC-127D-2349-9F44-C67D287C2722}"/>
              </a:ext>
            </a:extLst>
          </p:cNvPr>
          <p:cNvSpPr txBox="1"/>
          <p:nvPr/>
        </p:nvSpPr>
        <p:spPr>
          <a:xfrm>
            <a:off x="6848856" y="458114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250" dirty="0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179D5821-F602-FDFF-B90E-4EC3FD188BE3}"/>
              </a:ext>
            </a:extLst>
          </p:cNvPr>
          <p:cNvSpPr txBox="1"/>
          <p:nvPr/>
        </p:nvSpPr>
        <p:spPr>
          <a:xfrm>
            <a:off x="6848856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6F500751-BB6A-BB9A-FF78-C9DD8E85D7C0}"/>
              </a:ext>
            </a:extLst>
          </p:cNvPr>
          <p:cNvSpPr txBox="1"/>
          <p:nvPr/>
        </p:nvSpPr>
        <p:spPr>
          <a:xfrm>
            <a:off x="7123176" y="4928616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unified validation workflow</a:t>
            </a:r>
            <a:endParaRPr lang="en-US" sz="1300" dirty="0"/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CB4408B2-337B-B68D-DE3F-00B5EFD660ED}"/>
              </a:ext>
            </a:extLst>
          </p:cNvPr>
          <p:cNvSpPr txBox="1"/>
          <p:nvPr/>
        </p:nvSpPr>
        <p:spPr>
          <a:xfrm>
            <a:off x="548640" y="5952744"/>
            <a:ext cx="11091672" cy="502920"/>
          </a:xfrm>
          <a:prstGeom prst="rect">
            <a:avLst/>
          </a:prstGeom>
          <a:solidFill>
            <a:srgbClr val="002060"/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 centralised, vendor-neutral Test Harness — built on synthetic data — that unifies FHIR messaging, terminology validation and automated resilience testing for MedTalk, before and after production deployment.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421EC2-20F3-70AB-343E-9B0D2B71FEB7}"/>
              </a:ext>
            </a:extLst>
          </p:cNvPr>
          <p:cNvSpPr txBox="1"/>
          <p:nvPr/>
        </p:nvSpPr>
        <p:spPr>
          <a:xfrm>
            <a:off x="233679" y="304800"/>
            <a:ext cx="9648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Gap Analysis From Current State to Test harness</a:t>
            </a:r>
          </a:p>
        </p:txBody>
      </p:sp>
    </p:spTree>
    <p:extLst>
      <p:ext uri="{BB962C8B-B14F-4D97-AF65-F5344CB8AC3E}">
        <p14:creationId xmlns:p14="http://schemas.microsoft.com/office/powerpoint/2010/main" val="340544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706</Words>
  <Application>Microsoft Office PowerPoint</Application>
  <PresentationFormat>Widescreen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</vt:lpstr>
      <vt:lpstr>Office Theme</vt:lpstr>
      <vt:lpstr>Faz Australia — MedTalk Clinical Documentation Platform: Current State (As-Is) Faz Australia — MedTalk Clinical Documentation Platform: Current State (As-Is) </vt:lpstr>
      <vt:lpstr>Comparative Analysis of existing Solutions</vt:lpstr>
      <vt:lpstr>Technology &amp; Market Survey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Charity Gwese</dc:creator>
  <cp:lastModifiedBy>Charity Gwese</cp:lastModifiedBy>
  <cp:revision>1</cp:revision>
  <dcterms:created xsi:type="dcterms:W3CDTF">2026-09-11T23:05:39Z</dcterms:created>
  <dcterms:modified xsi:type="dcterms:W3CDTF">2026-10-02T13:00:41Z</dcterms:modified>
</cp:coreProperties>
</file>