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57" r:id="rId10"/>
    <p:sldId id="256" r:id="rId11"/>
    <p:sldId id="258" r:id="rId12"/>
    <p:sldId id="259" r:id="rId13"/>
    <p:sldId id="281" r:id="rId14"/>
    <p:sldId id="282" r:id="rId15"/>
    <p:sldId id="283" r:id="rId16"/>
    <p:sldId id="276" r:id="rId17"/>
    <p:sldId id="277" r:id="rId18"/>
    <p:sldId id="279" r:id="rId19"/>
    <p:sldId id="289" r:id="rId20"/>
    <p:sldId id="284" r:id="rId21"/>
    <p:sldId id="285" r:id="rId22"/>
    <p:sldId id="286" r:id="rId23"/>
    <p:sldId id="288" r:id="rId24"/>
    <p:sldId id="278" r:id="rId25"/>
    <p:sldId id="287" r:id="rId26"/>
    <p:sldId id="26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D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763BE-9A41-40D2-BA6F-2D00CB730218}" v="69" dt="2026-09-13T13:25:31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5" autoAdjust="0"/>
    <p:restoredTop sz="94658"/>
  </p:normalViewPr>
  <p:slideViewPr>
    <p:cSldViewPr snapToGrid="0">
      <p:cViewPr varScale="1">
        <p:scale>
          <a:sx n="87" d="100"/>
          <a:sy n="87" d="100"/>
        </p:scale>
        <p:origin x="6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m pelden" userId="2f903a43345a64cb" providerId="LiveId" clId="{436BA98B-5571-47CE-82CC-956A605DEA26}"/>
    <pc:docChg chg="undo custSel addSld delSld modSld sldOrd">
      <pc:chgData name="sonam pelden" userId="2f903a43345a64cb" providerId="LiveId" clId="{436BA98B-5571-47CE-82CC-956A605DEA26}" dt="2026-09-13T13:27:52.254" v="647" actId="20577"/>
      <pc:docMkLst>
        <pc:docMk/>
      </pc:docMkLst>
      <pc:sldChg chg="modSp mod">
        <pc:chgData name="sonam pelden" userId="2f903a43345a64cb" providerId="LiveId" clId="{436BA98B-5571-47CE-82CC-956A605DEA26}" dt="2026-09-13T10:51:30.274" v="551" actId="2085"/>
        <pc:sldMkLst>
          <pc:docMk/>
          <pc:sldMk cId="3337789029" sldId="256"/>
        </pc:sldMkLst>
        <pc:spChg chg="mod">
          <ac:chgData name="sonam pelden" userId="2f903a43345a64cb" providerId="LiveId" clId="{436BA98B-5571-47CE-82CC-956A605DEA26}" dt="2026-09-12T11:17:15.844" v="246" actId="14100"/>
          <ac:spMkLst>
            <pc:docMk/>
            <pc:sldMk cId="3337789029" sldId="256"/>
            <ac:spMk id="2" creationId="{2A419528-92C5-1B1D-810E-5F199FA9E2CF}"/>
          </ac:spMkLst>
        </pc:spChg>
        <pc:spChg chg="mod">
          <ac:chgData name="sonam pelden" userId="2f903a43345a64cb" providerId="LiveId" clId="{436BA98B-5571-47CE-82CC-956A605DEA26}" dt="2026-09-12T11:15:26.333" v="232" actId="208"/>
          <ac:spMkLst>
            <pc:docMk/>
            <pc:sldMk cId="3337789029" sldId="256"/>
            <ac:spMk id="9" creationId="{7B421157-488E-D9AE-91E7-84034AFC56C5}"/>
          </ac:spMkLst>
        </pc:spChg>
        <pc:spChg chg="mod">
          <ac:chgData name="sonam pelden" userId="2f903a43345a64cb" providerId="LiveId" clId="{436BA98B-5571-47CE-82CC-956A605DEA26}" dt="2026-09-12T11:08:45.685" v="199" actId="207"/>
          <ac:spMkLst>
            <pc:docMk/>
            <pc:sldMk cId="3337789029" sldId="256"/>
            <ac:spMk id="10" creationId="{E9F04A71-AD8B-4F19-DE28-58C433C6268D}"/>
          </ac:spMkLst>
        </pc:spChg>
        <pc:spChg chg="mod">
          <ac:chgData name="sonam pelden" userId="2f903a43345a64cb" providerId="LiveId" clId="{436BA98B-5571-47CE-82CC-956A605DEA26}" dt="2026-09-12T11:11:04.617" v="215" actId="1076"/>
          <ac:spMkLst>
            <pc:docMk/>
            <pc:sldMk cId="3337789029" sldId="256"/>
            <ac:spMk id="12" creationId="{67125CE7-FB68-7097-B163-1762226E6918}"/>
          </ac:spMkLst>
        </pc:spChg>
        <pc:spChg chg="mod">
          <ac:chgData name="sonam pelden" userId="2f903a43345a64cb" providerId="LiveId" clId="{436BA98B-5571-47CE-82CC-956A605DEA26}" dt="2026-09-12T11:13:29.398" v="229" actId="1076"/>
          <ac:spMkLst>
            <pc:docMk/>
            <pc:sldMk cId="3337789029" sldId="256"/>
            <ac:spMk id="14" creationId="{4AC87B1D-D030-F909-8122-B0D5E5AE28C3}"/>
          </ac:spMkLst>
        </pc:spChg>
        <pc:spChg chg="mod">
          <ac:chgData name="sonam pelden" userId="2f903a43345a64cb" providerId="LiveId" clId="{436BA98B-5571-47CE-82CC-956A605DEA26}" dt="2026-09-12T11:15:41.698" v="234" actId="208"/>
          <ac:spMkLst>
            <pc:docMk/>
            <pc:sldMk cId="3337789029" sldId="256"/>
            <ac:spMk id="21" creationId="{C990FE73-0E02-1C34-AA18-42C7B0398CD6}"/>
          </ac:spMkLst>
        </pc:spChg>
        <pc:spChg chg="mod">
          <ac:chgData name="sonam pelden" userId="2f903a43345a64cb" providerId="LiveId" clId="{436BA98B-5571-47CE-82CC-956A605DEA26}" dt="2026-09-12T11:15:49.535" v="236" actId="207"/>
          <ac:spMkLst>
            <pc:docMk/>
            <pc:sldMk cId="3337789029" sldId="256"/>
            <ac:spMk id="22" creationId="{9F8D4248-37D3-8F3B-8CE9-F411F3CFB7C5}"/>
          </ac:spMkLst>
        </pc:spChg>
        <pc:spChg chg="mod">
          <ac:chgData name="sonam pelden" userId="2f903a43345a64cb" providerId="LiveId" clId="{436BA98B-5571-47CE-82CC-956A605DEA26}" dt="2026-09-12T11:16:15.215" v="240" actId="208"/>
          <ac:spMkLst>
            <pc:docMk/>
            <pc:sldMk cId="3337789029" sldId="256"/>
            <ac:spMk id="23" creationId="{21548C28-9857-F6D2-24AE-C17754C13271}"/>
          </ac:spMkLst>
        </pc:spChg>
        <pc:spChg chg="mod">
          <ac:chgData name="sonam pelden" userId="2f903a43345a64cb" providerId="LiveId" clId="{436BA98B-5571-47CE-82CC-956A605DEA26}" dt="2026-09-12T11:08:48.582" v="200" actId="207"/>
          <ac:spMkLst>
            <pc:docMk/>
            <pc:sldMk cId="3337789029" sldId="256"/>
            <ac:spMk id="24" creationId="{13CE467C-923C-975A-ABC2-A10B968A1A18}"/>
          </ac:spMkLst>
        </pc:spChg>
        <pc:spChg chg="mod">
          <ac:chgData name="sonam pelden" userId="2f903a43345a64cb" providerId="LiveId" clId="{436BA98B-5571-47CE-82CC-956A605DEA26}" dt="2026-09-12T11:09:04.683" v="203" actId="1076"/>
          <ac:spMkLst>
            <pc:docMk/>
            <pc:sldMk cId="3337789029" sldId="256"/>
            <ac:spMk id="25" creationId="{EB667F95-9F91-A47F-D6CF-2FF8DF03D312}"/>
          </ac:spMkLst>
        </pc:spChg>
        <pc:spChg chg="mod">
          <ac:chgData name="sonam pelden" userId="2f903a43345a64cb" providerId="LiveId" clId="{436BA98B-5571-47CE-82CC-956A605DEA26}" dt="2026-09-12T11:09:23.533" v="205" actId="1076"/>
          <ac:spMkLst>
            <pc:docMk/>
            <pc:sldMk cId="3337789029" sldId="256"/>
            <ac:spMk id="26" creationId="{879781F7-7395-4C76-1E8D-E64132D1FDB9}"/>
          </ac:spMkLst>
        </pc:spChg>
        <pc:spChg chg="mod">
          <ac:chgData name="sonam pelden" userId="2f903a43345a64cb" providerId="LiveId" clId="{436BA98B-5571-47CE-82CC-956A605DEA26}" dt="2026-09-12T11:11:47.104" v="220" actId="1076"/>
          <ac:spMkLst>
            <pc:docMk/>
            <pc:sldMk cId="3337789029" sldId="256"/>
            <ac:spMk id="33" creationId="{518789BA-1176-240F-0041-A0B5DE90EF39}"/>
          </ac:spMkLst>
        </pc:spChg>
        <pc:spChg chg="mod">
          <ac:chgData name="sonam pelden" userId="2f903a43345a64cb" providerId="LiveId" clId="{436BA98B-5571-47CE-82CC-956A605DEA26}" dt="2026-09-12T11:10:46.693" v="213" actId="1076"/>
          <ac:spMkLst>
            <pc:docMk/>
            <pc:sldMk cId="3337789029" sldId="256"/>
            <ac:spMk id="35" creationId="{3C024FC5-42AB-3D7A-1977-B0204D94116B}"/>
          </ac:spMkLst>
        </pc:spChg>
        <pc:spChg chg="mod">
          <ac:chgData name="sonam pelden" userId="2f903a43345a64cb" providerId="LiveId" clId="{436BA98B-5571-47CE-82CC-956A605DEA26}" dt="2026-09-12T11:11:23.108" v="217" actId="1076"/>
          <ac:spMkLst>
            <pc:docMk/>
            <pc:sldMk cId="3337789029" sldId="256"/>
            <ac:spMk id="36" creationId="{0FB80FE4-3EFD-D343-8A06-795CFAD5749B}"/>
          </ac:spMkLst>
        </pc:spChg>
        <pc:spChg chg="mod">
          <ac:chgData name="sonam pelden" userId="2f903a43345a64cb" providerId="LiveId" clId="{436BA98B-5571-47CE-82CC-956A605DEA26}" dt="2026-09-12T11:11:27.915" v="218" actId="255"/>
          <ac:spMkLst>
            <pc:docMk/>
            <pc:sldMk cId="3337789029" sldId="256"/>
            <ac:spMk id="37" creationId="{FEDA8B58-0117-94CA-B844-5669742D2EE3}"/>
          </ac:spMkLst>
        </pc:spChg>
        <pc:spChg chg="mod">
          <ac:chgData name="sonam pelden" userId="2f903a43345a64cb" providerId="LiveId" clId="{436BA98B-5571-47CE-82CC-956A605DEA26}" dt="2026-09-12T11:16:24.182" v="241" actId="1076"/>
          <ac:spMkLst>
            <pc:docMk/>
            <pc:sldMk cId="3337789029" sldId="256"/>
            <ac:spMk id="38" creationId="{44B83765-B5B6-ADA8-B9B8-14DB7B927DF4}"/>
          </ac:spMkLst>
        </pc:spChg>
        <pc:spChg chg="mod">
          <ac:chgData name="sonam pelden" userId="2f903a43345a64cb" providerId="LiveId" clId="{436BA98B-5571-47CE-82CC-956A605DEA26}" dt="2026-09-12T11:16:33.138" v="242" actId="1076"/>
          <ac:spMkLst>
            <pc:docMk/>
            <pc:sldMk cId="3337789029" sldId="256"/>
            <ac:spMk id="39" creationId="{B96F61D1-E691-8440-8957-6E1A75B67F03}"/>
          </ac:spMkLst>
        </pc:spChg>
        <pc:spChg chg="mod">
          <ac:chgData name="sonam pelden" userId="2f903a43345a64cb" providerId="LiveId" clId="{436BA98B-5571-47CE-82CC-956A605DEA26}" dt="2026-09-13T10:51:30.274" v="551" actId="2085"/>
          <ac:spMkLst>
            <pc:docMk/>
            <pc:sldMk cId="3337789029" sldId="256"/>
            <ac:spMk id="40" creationId="{F511BE41-DB44-D3B1-0D6D-CAF7D7A3BCBD}"/>
          </ac:spMkLst>
        </pc:spChg>
      </pc:sldChg>
      <pc:sldChg chg="modSp mod">
        <pc:chgData name="sonam pelden" userId="2f903a43345a64cb" providerId="LiveId" clId="{436BA98B-5571-47CE-82CC-956A605DEA26}" dt="2026-09-12T11:07:11.145" v="191" actId="255"/>
        <pc:sldMkLst>
          <pc:docMk/>
          <pc:sldMk cId="1865661211" sldId="257"/>
        </pc:sldMkLst>
        <pc:spChg chg="mod">
          <ac:chgData name="sonam pelden" userId="2f903a43345a64cb" providerId="LiveId" clId="{436BA98B-5571-47CE-82CC-956A605DEA26}" dt="2026-09-12T11:06:02.615" v="183" actId="207"/>
          <ac:spMkLst>
            <pc:docMk/>
            <pc:sldMk cId="1865661211" sldId="257"/>
            <ac:spMk id="5" creationId="{B3BE608F-0140-3045-9240-304F94C6F4F9}"/>
          </ac:spMkLst>
        </pc:spChg>
        <pc:spChg chg="mod">
          <ac:chgData name="sonam pelden" userId="2f903a43345a64cb" providerId="LiveId" clId="{436BA98B-5571-47CE-82CC-956A605DEA26}" dt="2026-09-12T11:07:11.145" v="191" actId="255"/>
          <ac:spMkLst>
            <pc:docMk/>
            <pc:sldMk cId="1865661211" sldId="257"/>
            <ac:spMk id="6" creationId="{772798F5-9DB6-171C-EC7E-B018F3892029}"/>
          </ac:spMkLst>
        </pc:spChg>
        <pc:spChg chg="mod">
          <ac:chgData name="sonam pelden" userId="2f903a43345a64cb" providerId="LiveId" clId="{436BA98B-5571-47CE-82CC-956A605DEA26}" dt="2026-09-12T11:06:33.226" v="187" actId="1076"/>
          <ac:spMkLst>
            <pc:docMk/>
            <pc:sldMk cId="1865661211" sldId="257"/>
            <ac:spMk id="16" creationId="{ED7C5EC4-17BF-620E-9615-897F9C02E6F7}"/>
          </ac:spMkLst>
        </pc:spChg>
        <pc:picChg chg="mod">
          <ac:chgData name="sonam pelden" userId="2f903a43345a64cb" providerId="LiveId" clId="{436BA98B-5571-47CE-82CC-956A605DEA26}" dt="2026-09-12T11:06:43.247" v="188" actId="1076"/>
          <ac:picMkLst>
            <pc:docMk/>
            <pc:sldMk cId="1865661211" sldId="257"/>
            <ac:picMk id="14" creationId="{A7DA5A79-0567-A0E2-742B-ABD85D204007}"/>
          </ac:picMkLst>
        </pc:picChg>
      </pc:sldChg>
      <pc:sldChg chg="modSp mod">
        <pc:chgData name="sonam pelden" userId="2f903a43345a64cb" providerId="LiveId" clId="{436BA98B-5571-47CE-82CC-956A605DEA26}" dt="2026-09-12T11:23:21.120" v="298" actId="14100"/>
        <pc:sldMkLst>
          <pc:docMk/>
          <pc:sldMk cId="3537886712" sldId="258"/>
        </pc:sldMkLst>
        <pc:spChg chg="mod">
          <ac:chgData name="sonam pelden" userId="2f903a43345a64cb" providerId="LiveId" clId="{436BA98B-5571-47CE-82CC-956A605DEA26}" dt="2026-09-12T11:17:37.075" v="250" actId="113"/>
          <ac:spMkLst>
            <pc:docMk/>
            <pc:sldMk cId="3537886712" sldId="258"/>
            <ac:spMk id="2" creationId="{E8DE6D7F-5D5A-269C-2500-9C869F7B9B02}"/>
          </ac:spMkLst>
        </pc:spChg>
        <pc:spChg chg="mod">
          <ac:chgData name="sonam pelden" userId="2f903a43345a64cb" providerId="LiveId" clId="{436BA98B-5571-47CE-82CC-956A605DEA26}" dt="2026-09-12T11:17:48.968" v="251" actId="207"/>
          <ac:spMkLst>
            <pc:docMk/>
            <pc:sldMk cId="3537886712" sldId="258"/>
            <ac:spMk id="3" creationId="{42D59CA6-2283-7F28-8C66-146613B2F2C9}"/>
          </ac:spMkLst>
        </pc:spChg>
        <pc:spChg chg="mod">
          <ac:chgData name="sonam pelden" userId="2f903a43345a64cb" providerId="LiveId" clId="{436BA98B-5571-47CE-82CC-956A605DEA26}" dt="2026-09-12T11:18:03.024" v="254" actId="207"/>
          <ac:spMkLst>
            <pc:docMk/>
            <pc:sldMk cId="3537886712" sldId="258"/>
            <ac:spMk id="4" creationId="{594DEC77-ABC3-7833-8453-3C2B6EDBF2C3}"/>
          </ac:spMkLst>
        </pc:spChg>
        <pc:spChg chg="mod">
          <ac:chgData name="sonam pelden" userId="2f903a43345a64cb" providerId="LiveId" clId="{436BA98B-5571-47CE-82CC-956A605DEA26}" dt="2026-09-12T11:17:59.267" v="253" actId="207"/>
          <ac:spMkLst>
            <pc:docMk/>
            <pc:sldMk cId="3537886712" sldId="258"/>
            <ac:spMk id="5" creationId="{327C6D81-27F0-E1B2-4379-C3AB00D36867}"/>
          </ac:spMkLst>
        </pc:spChg>
        <pc:spChg chg="mod">
          <ac:chgData name="sonam pelden" userId="2f903a43345a64cb" providerId="LiveId" clId="{436BA98B-5571-47CE-82CC-956A605DEA26}" dt="2026-09-12T11:17:54.999" v="252" actId="207"/>
          <ac:spMkLst>
            <pc:docMk/>
            <pc:sldMk cId="3537886712" sldId="258"/>
            <ac:spMk id="6" creationId="{67CBA884-FB72-E29C-8D6B-078660CD7BC1}"/>
          </ac:spMkLst>
        </pc:spChg>
        <pc:spChg chg="mod">
          <ac:chgData name="sonam pelden" userId="2f903a43345a64cb" providerId="LiveId" clId="{436BA98B-5571-47CE-82CC-956A605DEA26}" dt="2026-09-12T11:23:21.120" v="298" actId="14100"/>
          <ac:spMkLst>
            <pc:docMk/>
            <pc:sldMk cId="3537886712" sldId="258"/>
            <ac:spMk id="12" creationId="{EDC42ECB-DBC5-E633-B619-B197C073B3F3}"/>
          </ac:spMkLst>
        </pc:spChg>
      </pc:sldChg>
      <pc:sldChg chg="modSp mod">
        <pc:chgData name="sonam pelden" userId="2f903a43345a64cb" providerId="LiveId" clId="{436BA98B-5571-47CE-82CC-956A605DEA26}" dt="2026-09-13T10:51:16.124" v="550" actId="207"/>
        <pc:sldMkLst>
          <pc:docMk/>
          <pc:sldMk cId="3405442006" sldId="259"/>
        </pc:sldMkLst>
        <pc:spChg chg="mod">
          <ac:chgData name="sonam pelden" userId="2f903a43345a64cb" providerId="LiveId" clId="{436BA98B-5571-47CE-82CC-956A605DEA26}" dt="2026-09-13T10:50:40.229" v="542" actId="207"/>
          <ac:spMkLst>
            <pc:docMk/>
            <pc:sldMk cId="3405442006" sldId="259"/>
            <ac:spMk id="8" creationId="{AC1D31F3-C5C8-C3E3-3F3C-56453E2E3D38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12" creationId="{3A6FD67E-65E2-8EDE-A27E-8D51083E4B19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14" creationId="{57D87A05-5E32-0599-2C2F-1972E7ABEBDC}"/>
          </ac:spMkLst>
        </pc:spChg>
        <pc:spChg chg="mod">
          <ac:chgData name="sonam pelden" userId="2f903a43345a64cb" providerId="LiveId" clId="{436BA98B-5571-47CE-82CC-956A605DEA26}" dt="2026-09-13T10:50:46.165" v="543" actId="207"/>
          <ac:spMkLst>
            <pc:docMk/>
            <pc:sldMk cId="3405442006" sldId="259"/>
            <ac:spMk id="20" creationId="{5647F7A7-2E5F-5CB8-1FF4-152C54E1B3C3}"/>
          </ac:spMkLst>
        </pc:spChg>
        <pc:spChg chg="mod">
          <ac:chgData name="sonam pelden" userId="2f903a43345a64cb" providerId="LiveId" clId="{436BA98B-5571-47CE-82CC-956A605DEA26}" dt="2026-09-13T10:50:52.117" v="545" actId="207"/>
          <ac:spMkLst>
            <pc:docMk/>
            <pc:sldMk cId="3405442006" sldId="259"/>
            <ac:spMk id="32" creationId="{ABAC0463-F263-7ACD-2B8C-7AA637E81828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38" creationId="{F9A91574-85D1-6B4D-AF5F-903E40021692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40" creationId="{27119724-EC62-6135-814E-7188DE7BA7BB}"/>
          </ac:spMkLst>
        </pc:spChg>
        <pc:spChg chg="mod">
          <ac:chgData name="sonam pelden" userId="2f903a43345a64cb" providerId="LiveId" clId="{436BA98B-5571-47CE-82CC-956A605DEA26}" dt="2026-09-13T10:50:55.137" v="546" actId="207"/>
          <ac:spMkLst>
            <pc:docMk/>
            <pc:sldMk cId="3405442006" sldId="259"/>
            <ac:spMk id="44" creationId="{2712B910-E8B8-59C2-85D3-02EA06B16AE7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46" creationId="{BD29BDBB-C66E-83AC-5232-A9FC9B974BFC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48" creationId="{7E4FC70A-B157-6DBF-D407-33012E213874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54" creationId="{9267E901-5A7F-3267-5AD5-6F9DF624F541}"/>
          </ac:spMkLst>
        </pc:spChg>
        <pc:spChg chg="mod">
          <ac:chgData name="sonam pelden" userId="2f903a43345a64cb" providerId="LiveId" clId="{436BA98B-5571-47CE-82CC-956A605DEA26}" dt="2026-09-13T10:50:58.304" v="547" actId="207"/>
          <ac:spMkLst>
            <pc:docMk/>
            <pc:sldMk cId="3405442006" sldId="259"/>
            <ac:spMk id="56" creationId="{2E2CA194-0AB3-4AD9-5E76-42FD6D007F55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62" creationId="{85C492E6-6214-A6EB-639E-18DAE6A307A0}"/>
          </ac:spMkLst>
        </pc:spChg>
        <pc:spChg chg="mod">
          <ac:chgData name="sonam pelden" userId="2f903a43345a64cb" providerId="LiveId" clId="{436BA98B-5571-47CE-82CC-956A605DEA26}" dt="2026-09-13T10:51:02.203" v="548" actId="207"/>
          <ac:spMkLst>
            <pc:docMk/>
            <pc:sldMk cId="3405442006" sldId="259"/>
            <ac:spMk id="68" creationId="{6A42D560-A99F-0039-0EE3-558303C39235}"/>
          </ac:spMkLst>
        </pc:spChg>
        <pc:spChg chg="mod">
          <ac:chgData name="sonam pelden" userId="2f903a43345a64cb" providerId="LiveId" clId="{436BA98B-5571-47CE-82CC-956A605DEA26}" dt="2026-09-12T11:18:34.843" v="256" actId="2711"/>
          <ac:spMkLst>
            <pc:docMk/>
            <pc:sldMk cId="3405442006" sldId="259"/>
            <ac:spMk id="78" creationId="{6F500751-BB6A-BB9A-FF78-C9DD8E85D7C0}"/>
          </ac:spMkLst>
        </pc:spChg>
        <pc:spChg chg="mod">
          <ac:chgData name="sonam pelden" userId="2f903a43345a64cb" providerId="LiveId" clId="{436BA98B-5571-47CE-82CC-956A605DEA26}" dt="2026-09-13T10:51:16.124" v="550" actId="207"/>
          <ac:spMkLst>
            <pc:docMk/>
            <pc:sldMk cId="3405442006" sldId="259"/>
            <ac:spMk id="80" creationId="{CB4408B2-337B-B68D-DE3F-00B5EFD660ED}"/>
          </ac:spMkLst>
        </pc:spChg>
        <pc:spChg chg="mod">
          <ac:chgData name="sonam pelden" userId="2f903a43345a64cb" providerId="LiveId" clId="{436BA98B-5571-47CE-82CC-956A605DEA26}" dt="2026-09-12T11:21:13.362" v="280" actId="1076"/>
          <ac:spMkLst>
            <pc:docMk/>
            <pc:sldMk cId="3405442006" sldId="259"/>
            <ac:spMk id="84" creationId="{B2421EC2-20F3-70AB-343E-9B0D2B71FEB7}"/>
          </ac:spMkLst>
        </pc:spChg>
      </pc:sldChg>
      <pc:sldChg chg="delSp add mod setBg">
        <pc:chgData name="sonam pelden" userId="2f903a43345a64cb" providerId="LiveId" clId="{436BA98B-5571-47CE-82CC-956A605DEA26}" dt="2026-09-12T10:16:13.223" v="9" actId="478"/>
        <pc:sldMkLst>
          <pc:docMk/>
          <pc:sldMk cId="0" sldId="260"/>
        </pc:sldMkLst>
        <pc:spChg chg="del">
          <ac:chgData name="sonam pelden" userId="2f903a43345a64cb" providerId="LiveId" clId="{436BA98B-5571-47CE-82CC-956A605DEA26}" dt="2026-09-12T10:16:13.223" v="9" actId="478"/>
          <ac:spMkLst>
            <pc:docMk/>
            <pc:sldMk cId="0" sldId="260"/>
            <ac:spMk id="10" creationId="{00000000-0000-0000-0000-000000000000}"/>
          </ac:spMkLst>
        </pc:spChg>
      </pc:sldChg>
      <pc:sldChg chg="delSp modSp add mod setBg">
        <pc:chgData name="sonam pelden" userId="2f903a43345a64cb" providerId="LiveId" clId="{436BA98B-5571-47CE-82CC-956A605DEA26}" dt="2026-09-12T11:24:29.888" v="309" actId="255"/>
        <pc:sldMkLst>
          <pc:docMk/>
          <pc:sldMk cId="0" sldId="261"/>
        </pc:sldMkLst>
        <pc:spChg chg="del">
          <ac:chgData name="sonam pelden" userId="2f903a43345a64cb" providerId="LiveId" clId="{436BA98B-5571-47CE-82CC-956A605DEA26}" dt="2026-09-12T10:16:48.521" v="10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17.760" v="308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29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29.888" v="309" actId="255"/>
          <ac:spMkLst>
            <pc:docMk/>
            <pc:sldMk cId="0" sldId="261"/>
            <ac:spMk id="34" creationId="{00000000-0000-0000-0000-000000000000}"/>
          </ac:spMkLst>
        </pc:spChg>
        <pc:spChg chg="del">
          <ac:chgData name="sonam pelden" userId="2f903a43345a64cb" providerId="LiveId" clId="{436BA98B-5571-47CE-82CC-956A605DEA26}" dt="2026-09-12T10:21:49.562" v="34" actId="478"/>
          <ac:spMkLst>
            <pc:docMk/>
            <pc:sldMk cId="0" sldId="261"/>
            <ac:spMk id="40" creationId="{00000000-0000-0000-0000-000000000000}"/>
          </ac:spMkLst>
        </pc:spChg>
      </pc:sldChg>
      <pc:sldChg chg="delSp modSp add mod setBg">
        <pc:chgData name="sonam pelden" userId="2f903a43345a64cb" providerId="LiveId" clId="{436BA98B-5571-47CE-82CC-956A605DEA26}" dt="2026-09-13T10:44:05.047" v="506" actId="207"/>
        <pc:sldMkLst>
          <pc:docMk/>
          <pc:sldMk cId="0" sldId="262"/>
        </pc:sldMkLst>
        <pc:spChg chg="del">
          <ac:chgData name="sonam pelden" userId="2f903a43345a64cb" providerId="LiveId" clId="{436BA98B-5571-47CE-82CC-956A605DEA26}" dt="2026-09-12T10:17:14.277" v="11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5:10.969" v="313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38:24.013" v="459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5:18.415" v="314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4:05.047" v="506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45.327" v="310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4:50.994" v="311" actId="255"/>
          <ac:spMkLst>
            <pc:docMk/>
            <pc:sldMk cId="0" sldId="262"/>
            <ac:spMk id="11" creationId="{00000000-0000-0000-0000-000000000000}"/>
          </ac:spMkLst>
        </pc:spChg>
        <pc:spChg chg="del">
          <ac:chgData name="sonam pelden" userId="2f903a43345a64cb" providerId="LiveId" clId="{436BA98B-5571-47CE-82CC-956A605DEA26}" dt="2026-09-12T10:21:55.301" v="35" actId="478"/>
          <ac:spMkLst>
            <pc:docMk/>
            <pc:sldMk cId="0" sldId="262"/>
            <ac:spMk id="12" creationId="{00000000-0000-0000-0000-000000000000}"/>
          </ac:spMkLst>
        </pc:spChg>
      </pc:sldChg>
      <pc:sldChg chg="delSp modSp add mod setBg">
        <pc:chgData name="sonam pelden" userId="2f903a43345a64cb" providerId="LiveId" clId="{436BA98B-5571-47CE-82CC-956A605DEA26}" dt="2026-09-12T11:25:24.648" v="315" actId="255"/>
        <pc:sldMkLst>
          <pc:docMk/>
          <pc:sldMk cId="0" sldId="263"/>
        </pc:sldMkLst>
        <pc:spChg chg="del">
          <ac:chgData name="sonam pelden" userId="2f903a43345a64cb" providerId="LiveId" clId="{436BA98B-5571-47CE-82CC-956A605DEA26}" dt="2026-09-12T10:18:29.888" v="14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5:24.648" v="315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18:49.280" v="16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19:07.798" v="18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19:40.932" v="19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0:12.163" v="22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19:57.959" v="21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0:27.947" v="24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0:50.088" v="26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19:01.247" v="17" actId="25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0:40.960" v="25" actId="25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0:59.076" v="27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1:07.324" v="28" actId="25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1:12.011" v="29" actId="25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1:17.817" v="30" actId="25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1:23.151" v="31" actId="25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1:28.227" v="32" actId="25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1:35.488" v="33" actId="255"/>
          <ac:spMkLst>
            <pc:docMk/>
            <pc:sldMk cId="0" sldId="263"/>
            <ac:spMk id="28" creationId="{00000000-0000-0000-0000-000000000000}"/>
          </ac:spMkLst>
        </pc:spChg>
        <pc:spChg chg="del">
          <ac:chgData name="sonam pelden" userId="2f903a43345a64cb" providerId="LiveId" clId="{436BA98B-5571-47CE-82CC-956A605DEA26}" dt="2026-09-12T10:22:01.398" v="36" actId="478"/>
          <ac:spMkLst>
            <pc:docMk/>
            <pc:sldMk cId="0" sldId="263"/>
            <ac:spMk id="29" creationId="{00000000-0000-0000-0000-000000000000}"/>
          </ac:spMkLst>
        </pc:spChg>
      </pc:sldChg>
      <pc:sldChg chg="delSp modSp add mod setBg">
        <pc:chgData name="sonam pelden" userId="2f903a43345a64cb" providerId="LiveId" clId="{436BA98B-5571-47CE-82CC-956A605DEA26}" dt="2026-09-12T11:25:36.942" v="317" actId="1076"/>
        <pc:sldMkLst>
          <pc:docMk/>
          <pc:sldMk cId="0" sldId="264"/>
        </pc:sldMkLst>
        <pc:spChg chg="del">
          <ac:chgData name="sonam pelden" userId="2f903a43345a64cb" providerId="LiveId" clId="{436BA98B-5571-47CE-82CC-956A605DEA26}" dt="2026-09-12T10:22:08.956" v="37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5:36.942" v="317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2:20.926" v="39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2:27.129" v="40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2:34.643" v="41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2:41.487" v="42" actId="255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2:47.205" v="43" actId="25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2:53.765" v="44" actId="255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2:58.260" v="45" actId="255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03.886" v="46" actId="255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11.656" v="47" actId="255"/>
          <ac:spMkLst>
            <pc:docMk/>
            <pc:sldMk cId="0" sldId="264"/>
            <ac:spMk id="20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18.287" v="48" actId="255"/>
          <ac:spMkLst>
            <pc:docMk/>
            <pc:sldMk cId="0" sldId="264"/>
            <ac:spMk id="2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23.154" v="49" actId="255"/>
          <ac:spMkLst>
            <pc:docMk/>
            <pc:sldMk cId="0" sldId="264"/>
            <ac:spMk id="24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28.111" v="50" actId="255"/>
          <ac:spMkLst>
            <pc:docMk/>
            <pc:sldMk cId="0" sldId="264"/>
            <ac:spMk id="27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32.809" v="51" actId="255"/>
          <ac:spMkLst>
            <pc:docMk/>
            <pc:sldMk cId="0" sldId="264"/>
            <ac:spMk id="28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38.961" v="52" actId="25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3:43.959" v="53" actId="255"/>
          <ac:spMkLst>
            <pc:docMk/>
            <pc:sldMk cId="0" sldId="264"/>
            <ac:spMk id="31" creationId="{00000000-0000-0000-0000-000000000000}"/>
          </ac:spMkLst>
        </pc:spChg>
        <pc:spChg chg="del">
          <ac:chgData name="sonam pelden" userId="2f903a43345a64cb" providerId="LiveId" clId="{436BA98B-5571-47CE-82CC-956A605DEA26}" dt="2026-09-12T10:23:49.065" v="54" actId="478"/>
          <ac:spMkLst>
            <pc:docMk/>
            <pc:sldMk cId="0" sldId="264"/>
            <ac:spMk id="32" creationId="{00000000-0000-0000-0000-000000000000}"/>
          </ac:spMkLst>
        </pc:spChg>
      </pc:sldChg>
      <pc:sldChg chg="delSp modSp add mod setBg">
        <pc:chgData name="sonam pelden" userId="2f903a43345a64cb" providerId="LiveId" clId="{436BA98B-5571-47CE-82CC-956A605DEA26}" dt="2026-09-12T11:25:45.960" v="318" actId="255"/>
        <pc:sldMkLst>
          <pc:docMk/>
          <pc:sldMk cId="0" sldId="265"/>
        </pc:sldMkLst>
        <pc:spChg chg="del">
          <ac:chgData name="sonam pelden" userId="2f903a43345a64cb" providerId="LiveId" clId="{436BA98B-5571-47CE-82CC-956A605DEA26}" dt="2026-09-12T10:23:55.811" v="55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5:45.960" v="318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4:38.368" v="60" actId="255"/>
          <ac:spMkLst>
            <pc:docMk/>
            <pc:sldMk cId="0" sldId="265"/>
            <ac:spMk id="5" creationId="{00000000-0000-0000-0000-000000000000}"/>
          </ac:spMkLst>
        </pc:spChg>
        <pc:spChg chg="del">
          <ac:chgData name="sonam pelden" userId="2f903a43345a64cb" providerId="LiveId" clId="{436BA98B-5571-47CE-82CC-956A605DEA26}" dt="2026-09-12T10:24:11.858" v="57" actId="478"/>
          <ac:spMkLst>
            <pc:docMk/>
            <pc:sldMk cId="0" sldId="265"/>
            <ac:spMk id="6" creationId="{00000000-0000-0000-0000-000000000000}"/>
          </ac:spMkLst>
        </pc:spChg>
        <pc:graphicFrameChg chg="modGraphic">
          <ac:chgData name="sonam pelden" userId="2f903a43345a64cb" providerId="LiveId" clId="{436BA98B-5571-47CE-82CC-956A605DEA26}" dt="2026-09-12T10:24:30.069" v="59" actId="2711"/>
          <ac:graphicFrameMkLst>
            <pc:docMk/>
            <pc:sldMk cId="0" sldId="265"/>
            <ac:graphicFrameMk id="7" creationId="{00000000-0000-0000-0000-000000000000}"/>
          </ac:graphicFrameMkLst>
        </pc:graphicFrameChg>
      </pc:sldChg>
      <pc:sldChg chg="delSp modSp add mod setBg">
        <pc:chgData name="sonam pelden" userId="2f903a43345a64cb" providerId="LiveId" clId="{436BA98B-5571-47CE-82CC-956A605DEA26}" dt="2026-09-12T11:25:53.920" v="319" actId="255"/>
        <pc:sldMkLst>
          <pc:docMk/>
          <pc:sldMk cId="0" sldId="266"/>
        </pc:sldMkLst>
        <pc:spChg chg="del">
          <ac:chgData name="sonam pelden" userId="2f903a43345a64cb" providerId="LiveId" clId="{436BA98B-5571-47CE-82CC-956A605DEA26}" dt="2026-09-12T10:24:47.467" v="61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5:53.920" v="319" actId="255"/>
          <ac:spMkLst>
            <pc:docMk/>
            <pc:sldMk cId="0" sldId="266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5:18.556" v="65" actId="255"/>
          <ac:spMkLst>
            <pc:docMk/>
            <pc:sldMk cId="0" sldId="266"/>
            <ac:spMk id="5" creationId="{00000000-0000-0000-0000-000000000000}"/>
          </ac:spMkLst>
        </pc:spChg>
        <pc:spChg chg="del">
          <ac:chgData name="sonam pelden" userId="2f903a43345a64cb" providerId="LiveId" clId="{436BA98B-5571-47CE-82CC-956A605DEA26}" dt="2026-09-12T10:25:24.350" v="66" actId="478"/>
          <ac:spMkLst>
            <pc:docMk/>
            <pc:sldMk cId="0" sldId="266"/>
            <ac:spMk id="6" creationId="{00000000-0000-0000-0000-000000000000}"/>
          </ac:spMkLst>
        </pc:spChg>
        <pc:graphicFrameChg chg="modGraphic">
          <ac:chgData name="sonam pelden" userId="2f903a43345a64cb" providerId="LiveId" clId="{436BA98B-5571-47CE-82CC-956A605DEA26}" dt="2026-09-12T10:25:12.205" v="64" actId="2711"/>
          <ac:graphicFrameMkLst>
            <pc:docMk/>
            <pc:sldMk cId="0" sldId="266"/>
            <ac:graphicFrameMk id="8" creationId="{00000000-0000-0000-0000-000000000000}"/>
          </ac:graphicFrameMkLst>
        </pc:graphicFrameChg>
      </pc:sldChg>
      <pc:sldChg chg="delSp modSp add mod setBg">
        <pc:chgData name="sonam pelden" userId="2f903a43345a64cb" providerId="LiveId" clId="{436BA98B-5571-47CE-82CC-956A605DEA26}" dt="2026-09-12T11:25:59.923" v="320" actId="255"/>
        <pc:sldMkLst>
          <pc:docMk/>
          <pc:sldMk cId="0" sldId="267"/>
        </pc:sldMkLst>
        <pc:spChg chg="del">
          <ac:chgData name="sonam pelden" userId="2f903a43345a64cb" providerId="LiveId" clId="{436BA98B-5571-47CE-82CC-956A605DEA26}" dt="2026-09-12T10:25:35.635" v="67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1:25:59.923" v="320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4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7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9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16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20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21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27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32" creationId="{00000000-0000-0000-0000-000000000000}"/>
          </ac:spMkLst>
        </pc:spChg>
        <pc:spChg chg="mod">
          <ac:chgData name="sonam pelden" userId="2f903a43345a64cb" providerId="LiveId" clId="{436BA98B-5571-47CE-82CC-956A605DEA26}" dt="2026-09-12T10:26:06.907" v="71" actId="2711"/>
          <ac:spMkLst>
            <pc:docMk/>
            <pc:sldMk cId="0" sldId="267"/>
            <ac:spMk id="35" creationId="{00000000-0000-0000-0000-000000000000}"/>
          </ac:spMkLst>
        </pc:spChg>
        <pc:spChg chg="del">
          <ac:chgData name="sonam pelden" userId="2f903a43345a64cb" providerId="LiveId" clId="{436BA98B-5571-47CE-82CC-956A605DEA26}" dt="2026-09-12T10:26:18.681" v="72" actId="478"/>
          <ac:spMkLst>
            <pc:docMk/>
            <pc:sldMk cId="0" sldId="267"/>
            <ac:spMk id="40" creationId="{00000000-0000-0000-0000-000000000000}"/>
          </ac:spMkLst>
        </pc:spChg>
      </pc:sldChg>
      <pc:sldChg chg="addSp modSp add mod setBg">
        <pc:chgData name="sonam pelden" userId="2f903a43345a64cb" providerId="LiveId" clId="{436BA98B-5571-47CE-82CC-956A605DEA26}" dt="2026-09-13T10:50:32.060" v="541" actId="207"/>
        <pc:sldMkLst>
          <pc:docMk/>
          <pc:sldMk cId="0" sldId="268"/>
        </pc:sldMkLst>
        <pc:spChg chg="add mod ord">
          <ac:chgData name="sonam pelden" userId="2f903a43345a64cb" providerId="LiveId" clId="{436BA98B-5571-47CE-82CC-956A605DEA26}" dt="2026-09-13T10:50:32.060" v="541" actId="207"/>
          <ac:spMkLst>
            <pc:docMk/>
            <pc:sldMk cId="0" sldId="268"/>
            <ac:spMk id="3" creationId="{1D93FFBA-1243-CC9C-E986-0F77D9645309}"/>
          </ac:spMkLst>
        </pc:spChg>
      </pc:sldChg>
      <pc:sldChg chg="add del setBg">
        <pc:chgData name="sonam pelden" userId="2f903a43345a64cb" providerId="LiveId" clId="{436BA98B-5571-47CE-82CC-956A605DEA26}" dt="2026-09-12T11:19:12.605" v="258" actId="47"/>
        <pc:sldMkLst>
          <pc:docMk/>
          <pc:sldMk cId="0" sldId="269"/>
        </pc:sldMkLst>
      </pc:sldChg>
      <pc:sldChg chg="addSp delSp modSp add del mod">
        <pc:chgData name="sonam pelden" userId="2f903a43345a64cb" providerId="LiveId" clId="{436BA98B-5571-47CE-82CC-956A605DEA26}" dt="2026-09-12T11:06:59.431" v="190" actId="47"/>
        <pc:sldMkLst>
          <pc:docMk/>
          <pc:sldMk cId="863725587" sldId="269"/>
        </pc:sldMkLst>
        <pc:spChg chg="mod">
          <ac:chgData name="sonam pelden" userId="2f903a43345a64cb" providerId="LiveId" clId="{436BA98B-5571-47CE-82CC-956A605DEA26}" dt="2026-09-12T10:28:42.492" v="160" actId="20577"/>
          <ac:spMkLst>
            <pc:docMk/>
            <pc:sldMk cId="863725587" sldId="269"/>
            <ac:spMk id="3" creationId="{8CB1592A-13E3-9A4B-3B93-B86227359E26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6" creationId="{3A6DB30F-EE67-261B-2789-FAB3F9010FE4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8" creationId="{892C08F0-9263-CD62-FB58-723B9E5E2B8A}"/>
          </ac:spMkLst>
        </pc:spChg>
        <pc:spChg chg="del mod">
          <ac:chgData name="sonam pelden" userId="2f903a43345a64cb" providerId="LiveId" clId="{436BA98B-5571-47CE-82CC-956A605DEA26}" dt="2026-09-12T10:29:04.045" v="163" actId="478"/>
          <ac:spMkLst>
            <pc:docMk/>
            <pc:sldMk cId="863725587" sldId="269"/>
            <ac:spMk id="12" creationId="{9D583872-13D7-89C7-AC69-95D9F2350F26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13" creationId="{55FE78D3-22EB-A046-4288-2014C0BE3F1F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15" creationId="{0D886F70-DA16-C571-E824-10B7F929AD47}"/>
          </ac:spMkLst>
        </pc:spChg>
        <pc:spChg chg="del">
          <ac:chgData name="sonam pelden" userId="2f903a43345a64cb" providerId="LiveId" clId="{436BA98B-5571-47CE-82CC-956A605DEA26}" dt="2026-09-12T10:29:09.399" v="164" actId="478"/>
          <ac:spMkLst>
            <pc:docMk/>
            <pc:sldMk cId="863725587" sldId="269"/>
            <ac:spMk id="16" creationId="{165ED289-19CB-A034-181C-BCD78667A2D0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18" creationId="{E8A4A5C6-4321-3545-F9EC-C1492012A16D}"/>
          </ac:spMkLst>
        </pc:spChg>
        <pc:spChg chg="del">
          <ac:chgData name="sonam pelden" userId="2f903a43345a64cb" providerId="LiveId" clId="{436BA98B-5571-47CE-82CC-956A605DEA26}" dt="2026-09-12T10:29:12.849" v="165" actId="478"/>
          <ac:spMkLst>
            <pc:docMk/>
            <pc:sldMk cId="863725587" sldId="269"/>
            <ac:spMk id="20" creationId="{45AE24B4-0646-87B1-F83A-BF9EB340A575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21" creationId="{16D7CF85-19FC-EED1-C177-3D2B0E9EA85D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22" creationId="{C08B8A06-A9F8-04D9-C8B7-CF54311FC561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23" creationId="{EA000EBC-D097-1CD2-4C44-14D446B28624}"/>
          </ac:spMkLst>
        </pc:spChg>
        <pc:spChg chg="del">
          <ac:chgData name="sonam pelden" userId="2f903a43345a64cb" providerId="LiveId" clId="{436BA98B-5571-47CE-82CC-956A605DEA26}" dt="2026-09-12T10:29:16.196" v="166" actId="478"/>
          <ac:spMkLst>
            <pc:docMk/>
            <pc:sldMk cId="863725587" sldId="269"/>
            <ac:spMk id="24" creationId="{85CF4EAC-C791-E5B3-3FEC-8BF85E981FEC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26" creationId="{4FBFAF30-523F-AF3C-ABCF-A2D7160E101F}"/>
          </ac:spMkLst>
        </pc:spChg>
        <pc:spChg chg="del">
          <ac:chgData name="sonam pelden" userId="2f903a43345a64cb" providerId="LiveId" clId="{436BA98B-5571-47CE-82CC-956A605DEA26}" dt="2026-09-12T10:29:24.948" v="167" actId="478"/>
          <ac:spMkLst>
            <pc:docMk/>
            <pc:sldMk cId="863725587" sldId="269"/>
            <ac:spMk id="28" creationId="{FFFD57EE-50C6-11BE-23C1-3614B81827F6}"/>
          </ac:spMkLst>
        </pc:spChg>
        <pc:spChg chg="del">
          <ac:chgData name="sonam pelden" userId="2f903a43345a64cb" providerId="LiveId" clId="{436BA98B-5571-47CE-82CC-956A605DEA26}" dt="2026-09-12T10:28:49.991" v="161" actId="478"/>
          <ac:spMkLst>
            <pc:docMk/>
            <pc:sldMk cId="863725587" sldId="269"/>
            <ac:spMk id="29" creationId="{75F45733-C073-89DE-4593-935485881E97}"/>
          </ac:spMkLst>
        </pc:spChg>
        <pc:spChg chg="del">
          <ac:chgData name="sonam pelden" userId="2f903a43345a64cb" providerId="LiveId" clId="{436BA98B-5571-47CE-82CC-956A605DEA26}" dt="2026-09-12T10:29:29.328" v="168" actId="478"/>
          <ac:spMkLst>
            <pc:docMk/>
            <pc:sldMk cId="863725587" sldId="269"/>
            <ac:spMk id="31" creationId="{0D0AF8F5-8256-14DE-A099-D3B88091A2F0}"/>
          </ac:spMkLst>
        </pc:spChg>
        <pc:spChg chg="add mod">
          <ac:chgData name="sonam pelden" userId="2f903a43345a64cb" providerId="LiveId" clId="{436BA98B-5571-47CE-82CC-956A605DEA26}" dt="2026-09-12T11:04:05.112" v="174" actId="2711"/>
          <ac:spMkLst>
            <pc:docMk/>
            <pc:sldMk cId="863725587" sldId="269"/>
            <ac:spMk id="32" creationId="{130345E5-F2FE-3AF5-45D0-BF483464EDEC}"/>
          </ac:spMkLst>
        </pc:spChg>
        <pc:spChg chg="add">
          <ac:chgData name="sonam pelden" userId="2f903a43345a64cb" providerId="LiveId" clId="{436BA98B-5571-47CE-82CC-956A605DEA26}" dt="2026-09-12T11:04:39.994" v="175" actId="22"/>
          <ac:spMkLst>
            <pc:docMk/>
            <pc:sldMk cId="863725587" sldId="269"/>
            <ac:spMk id="35" creationId="{24A1973E-33D7-CEE3-0F37-B4A9132D9ECD}"/>
          </ac:spMkLst>
        </pc:spChg>
      </pc:sldChg>
      <pc:sldChg chg="modSp add del mod">
        <pc:chgData name="sonam pelden" userId="2f903a43345a64cb" providerId="LiveId" clId="{436BA98B-5571-47CE-82CC-956A605DEA26}" dt="2026-09-12T11:20:38.919" v="274" actId="47"/>
        <pc:sldMkLst>
          <pc:docMk/>
          <pc:sldMk cId="2910911471" sldId="269"/>
        </pc:sldMkLst>
        <pc:spChg chg="mod">
          <ac:chgData name="sonam pelden" userId="2f903a43345a64cb" providerId="LiveId" clId="{436BA98B-5571-47CE-82CC-956A605DEA26}" dt="2026-09-12T11:19:59.799" v="260" actId="1076"/>
          <ac:spMkLst>
            <pc:docMk/>
            <pc:sldMk cId="2910911471" sldId="269"/>
            <ac:spMk id="2" creationId="{DC4FB269-F8E9-FED9-BD65-2B934096BF4B}"/>
          </ac:spMkLst>
        </pc:spChg>
      </pc:sldChg>
      <pc:sldChg chg="add del">
        <pc:chgData name="sonam pelden" userId="2f903a43345a64cb" providerId="LiveId" clId="{436BA98B-5571-47CE-82CC-956A605DEA26}" dt="2026-09-12T11:06:47.399" v="189" actId="47"/>
        <pc:sldMkLst>
          <pc:docMk/>
          <pc:sldMk cId="3664682172" sldId="270"/>
        </pc:sldMkLst>
      </pc:sldChg>
      <pc:sldChg chg="del">
        <pc:chgData name="sonam pelden" userId="2f903a43345a64cb" providerId="LiveId" clId="{436BA98B-5571-47CE-82CC-956A605DEA26}" dt="2026-09-13T10:22:00.319" v="321" actId="47"/>
        <pc:sldMkLst>
          <pc:docMk/>
          <pc:sldMk cId="2633136834" sldId="271"/>
        </pc:sldMkLst>
      </pc:sldChg>
      <pc:sldChg chg="del">
        <pc:chgData name="sonam pelden" userId="2f903a43345a64cb" providerId="LiveId" clId="{436BA98B-5571-47CE-82CC-956A605DEA26}" dt="2026-09-13T10:22:06.268" v="322" actId="47"/>
        <pc:sldMkLst>
          <pc:docMk/>
          <pc:sldMk cId="873012681" sldId="272"/>
        </pc:sldMkLst>
      </pc:sldChg>
      <pc:sldChg chg="modSp del mod">
        <pc:chgData name="sonam pelden" userId="2f903a43345a64cb" providerId="LiveId" clId="{436BA98B-5571-47CE-82CC-956A605DEA26}" dt="2026-09-13T10:27:57.016" v="371" actId="47"/>
        <pc:sldMkLst>
          <pc:docMk/>
          <pc:sldMk cId="4060526208" sldId="273"/>
        </pc:sldMkLst>
        <pc:spChg chg="mod">
          <ac:chgData name="sonam pelden" userId="2f903a43345a64cb" providerId="LiveId" clId="{436BA98B-5571-47CE-82CC-956A605DEA26}" dt="2026-09-13T10:27:01.742" v="363" actId="1076"/>
          <ac:spMkLst>
            <pc:docMk/>
            <pc:sldMk cId="4060526208" sldId="273"/>
            <ac:spMk id="2" creationId="{0CF784BF-71EA-03E3-E237-E4BA015D06B8}"/>
          </ac:spMkLst>
        </pc:spChg>
        <pc:spChg chg="mod">
          <ac:chgData name="sonam pelden" userId="2f903a43345a64cb" providerId="LiveId" clId="{436BA98B-5571-47CE-82CC-956A605DEA26}" dt="2026-09-13T10:26:58.605" v="362" actId="1076"/>
          <ac:spMkLst>
            <pc:docMk/>
            <pc:sldMk cId="4060526208" sldId="273"/>
            <ac:spMk id="15" creationId="{EB419603-A378-46A2-9D9E-552977321285}"/>
          </ac:spMkLst>
        </pc:spChg>
      </pc:sldChg>
      <pc:sldChg chg="addSp delSp modSp del mod">
        <pc:chgData name="sonam pelden" userId="2f903a43345a64cb" providerId="LiveId" clId="{436BA98B-5571-47CE-82CC-956A605DEA26}" dt="2026-09-13T10:33:39.569" v="425" actId="47"/>
        <pc:sldMkLst>
          <pc:docMk/>
          <pc:sldMk cId="721249929" sldId="274"/>
        </pc:sldMkLst>
        <pc:spChg chg="add del mod">
          <ac:chgData name="sonam pelden" userId="2f903a43345a64cb" providerId="LiveId" clId="{436BA98B-5571-47CE-82CC-956A605DEA26}" dt="2026-09-13T10:31:21.792" v="394"/>
          <ac:spMkLst>
            <pc:docMk/>
            <pc:sldMk cId="721249929" sldId="274"/>
            <ac:spMk id="2" creationId="{DE7B24FF-9241-64A7-55BD-1B60634234A3}"/>
          </ac:spMkLst>
        </pc:spChg>
        <pc:spChg chg="del">
          <ac:chgData name="sonam pelden" userId="2f903a43345a64cb" providerId="LiveId" clId="{436BA98B-5571-47CE-82CC-956A605DEA26}" dt="2026-09-13T10:31:15.585" v="391" actId="478"/>
          <ac:spMkLst>
            <pc:docMk/>
            <pc:sldMk cId="721249929" sldId="274"/>
            <ac:spMk id="42" creationId="{A056DC59-4973-E05D-178E-49E81AE55C73}"/>
          </ac:spMkLst>
        </pc:spChg>
        <pc:graphicFrameChg chg="mod">
          <ac:chgData name="sonam pelden" userId="2f903a43345a64cb" providerId="LiveId" clId="{436BA98B-5571-47CE-82CC-956A605DEA26}" dt="2026-09-13T10:31:08.881" v="390"/>
          <ac:graphicFrameMkLst>
            <pc:docMk/>
            <pc:sldMk cId="721249929" sldId="274"/>
            <ac:graphicFrameMk id="44" creationId="{1AA4AAFD-A27E-F2D0-4546-DD96147C5015}"/>
          </ac:graphicFrameMkLst>
        </pc:graphicFrameChg>
      </pc:sldChg>
      <pc:sldChg chg="del">
        <pc:chgData name="sonam pelden" userId="2f903a43345a64cb" providerId="LiveId" clId="{436BA98B-5571-47CE-82CC-956A605DEA26}" dt="2026-09-13T10:37:09.877" v="449" actId="47"/>
        <pc:sldMkLst>
          <pc:docMk/>
          <pc:sldMk cId="154336816" sldId="275"/>
        </pc:sldMkLst>
      </pc:sldChg>
      <pc:sldChg chg="addSp delSp modSp mod">
        <pc:chgData name="sonam pelden" userId="2f903a43345a64cb" providerId="LiveId" clId="{436BA98B-5571-47CE-82CC-956A605DEA26}" dt="2026-09-13T10:39:59.286" v="475" actId="171"/>
        <pc:sldMkLst>
          <pc:docMk/>
          <pc:sldMk cId="477320466" sldId="276"/>
        </pc:sldMkLst>
        <pc:spChg chg="del">
          <ac:chgData name="sonam pelden" userId="2f903a43345a64cb" providerId="LiveId" clId="{436BA98B-5571-47CE-82CC-956A605DEA26}" dt="2026-09-13T10:37:37.114" v="450" actId="478"/>
          <ac:spMkLst>
            <pc:docMk/>
            <pc:sldMk cId="477320466" sldId="276"/>
            <ac:spMk id="2" creationId="{CF676BCE-F599-010E-018F-A2748CF3FAB8}"/>
          </ac:spMkLst>
        </pc:spChg>
        <pc:spChg chg="mod">
          <ac:chgData name="sonam pelden" userId="2f903a43345a64cb" providerId="LiveId" clId="{436BA98B-5571-47CE-82CC-956A605DEA26}" dt="2026-09-13T10:37:54.498" v="454" actId="1076"/>
          <ac:spMkLst>
            <pc:docMk/>
            <pc:sldMk cId="477320466" sldId="276"/>
            <ac:spMk id="4" creationId="{0A7940ED-B380-200B-F561-D9AAE996D518}"/>
          </ac:spMkLst>
        </pc:spChg>
        <pc:spChg chg="del">
          <ac:chgData name="sonam pelden" userId="2f903a43345a64cb" providerId="LiveId" clId="{436BA98B-5571-47CE-82CC-956A605DEA26}" dt="2026-09-13T10:37:57.331" v="455" actId="478"/>
          <ac:spMkLst>
            <pc:docMk/>
            <pc:sldMk cId="477320466" sldId="276"/>
            <ac:spMk id="5" creationId="{AF546B4C-6924-649E-9C54-BE71ADB19969}"/>
          </ac:spMkLst>
        </pc:spChg>
        <pc:spChg chg="add mod ord">
          <ac:chgData name="sonam pelden" userId="2f903a43345a64cb" providerId="LiveId" clId="{436BA98B-5571-47CE-82CC-956A605DEA26}" dt="2026-09-13T10:39:25.515" v="467" actId="171"/>
          <ac:spMkLst>
            <pc:docMk/>
            <pc:sldMk cId="477320466" sldId="276"/>
            <ac:spMk id="7" creationId="{9A9C5D78-0B21-ACB1-C2EE-81E8CDFC6DD4}"/>
          </ac:spMkLst>
        </pc:spChg>
        <pc:spChg chg="add mod ord">
          <ac:chgData name="sonam pelden" userId="2f903a43345a64cb" providerId="LiveId" clId="{436BA98B-5571-47CE-82CC-956A605DEA26}" dt="2026-09-13T10:39:59.286" v="475" actId="171"/>
          <ac:spMkLst>
            <pc:docMk/>
            <pc:sldMk cId="477320466" sldId="276"/>
            <ac:spMk id="9" creationId="{29CF6639-C60F-15D7-1719-727BC45F4631}"/>
          </ac:spMkLst>
        </pc:spChg>
        <pc:spChg chg="del">
          <ac:chgData name="sonam pelden" userId="2f903a43345a64cb" providerId="LiveId" clId="{436BA98B-5571-47CE-82CC-956A605DEA26}" dt="2026-09-13T10:39:32.735" v="468" actId="478"/>
          <ac:spMkLst>
            <pc:docMk/>
            <pc:sldMk cId="477320466" sldId="276"/>
            <ac:spMk id="23" creationId="{FCAB54E8-5A95-4EDF-AB44-69D0BA88EDF2}"/>
          </ac:spMkLst>
        </pc:spChg>
        <pc:spChg chg="del">
          <ac:chgData name="sonam pelden" userId="2f903a43345a64cb" providerId="LiveId" clId="{436BA98B-5571-47CE-82CC-956A605DEA26}" dt="2026-09-13T10:39:05.746" v="463" actId="478"/>
          <ac:spMkLst>
            <pc:docMk/>
            <pc:sldMk cId="477320466" sldId="276"/>
            <ac:spMk id="24" creationId="{9F7AEC37-7259-8F96-0A78-2260BEF5F9E3}"/>
          </ac:spMkLst>
        </pc:spChg>
        <pc:spChg chg="mod">
          <ac:chgData name="sonam pelden" userId="2f903a43345a64cb" providerId="LiveId" clId="{436BA98B-5571-47CE-82CC-956A605DEA26}" dt="2026-09-13T10:38:11.511" v="458" actId="1076"/>
          <ac:spMkLst>
            <pc:docMk/>
            <pc:sldMk cId="477320466" sldId="276"/>
            <ac:spMk id="29" creationId="{191169A9-F62F-6170-5C02-8D0369E887CD}"/>
          </ac:spMkLst>
        </pc:spChg>
        <pc:picChg chg="mod">
          <ac:chgData name="sonam pelden" userId="2f903a43345a64cb" providerId="LiveId" clId="{436BA98B-5571-47CE-82CC-956A605DEA26}" dt="2026-09-13T10:38:04.342" v="457" actId="14100"/>
          <ac:picMkLst>
            <pc:docMk/>
            <pc:sldMk cId="477320466" sldId="276"/>
            <ac:picMk id="28" creationId="{D88FAA0A-24EB-9954-0508-50E9DC3C7A33}"/>
          </ac:picMkLst>
        </pc:picChg>
      </pc:sldChg>
      <pc:sldChg chg="delSp modSp mod">
        <pc:chgData name="sonam pelden" userId="2f903a43345a64cb" providerId="LiveId" clId="{436BA98B-5571-47CE-82CC-956A605DEA26}" dt="2026-09-13T10:44:15.762" v="507" actId="207"/>
        <pc:sldMkLst>
          <pc:docMk/>
          <pc:sldMk cId="2186626446" sldId="277"/>
        </pc:sldMkLst>
        <pc:spChg chg="del">
          <ac:chgData name="sonam pelden" userId="2f903a43345a64cb" providerId="LiveId" clId="{436BA98B-5571-47CE-82CC-956A605DEA26}" dt="2026-09-13T10:40:50.173" v="476" actId="478"/>
          <ac:spMkLst>
            <pc:docMk/>
            <pc:sldMk cId="2186626446" sldId="277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1:10.448" v="480" actId="1076"/>
          <ac:spMkLst>
            <pc:docMk/>
            <pc:sldMk cId="2186626446" sldId="277"/>
            <ac:spMk id="4" creationId="{00000000-0000-0000-0000-000000000000}"/>
          </ac:spMkLst>
        </pc:spChg>
        <pc:spChg chg="del">
          <ac:chgData name="sonam pelden" userId="2f903a43345a64cb" providerId="LiveId" clId="{436BA98B-5571-47CE-82CC-956A605DEA26}" dt="2026-09-13T10:41:14.170" v="481" actId="478"/>
          <ac:spMkLst>
            <pc:docMk/>
            <pc:sldMk cId="2186626446" sldId="277"/>
            <ac:spMk id="5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1:20.024" v="482" actId="207"/>
          <ac:spMkLst>
            <pc:docMk/>
            <pc:sldMk cId="2186626446" sldId="277"/>
            <ac:spMk id="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2:15.884" v="489" actId="255"/>
          <ac:spMkLst>
            <pc:docMk/>
            <pc:sldMk cId="2186626446" sldId="277"/>
            <ac:spMk id="7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2:21.705" v="490" actId="255"/>
          <ac:spMkLst>
            <pc:docMk/>
            <pc:sldMk cId="2186626446" sldId="277"/>
            <ac:spMk id="8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1:23.238" v="483" actId="207"/>
          <ac:spMkLst>
            <pc:docMk/>
            <pc:sldMk cId="2186626446" sldId="277"/>
            <ac:spMk id="9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2:27.775" v="491" actId="255"/>
          <ac:spMkLst>
            <pc:docMk/>
            <pc:sldMk cId="2186626446" sldId="277"/>
            <ac:spMk id="10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2:38.365" v="492" actId="255"/>
          <ac:spMkLst>
            <pc:docMk/>
            <pc:sldMk cId="2186626446" sldId="277"/>
            <ac:spMk id="11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1:26.951" v="484" actId="207"/>
          <ac:spMkLst>
            <pc:docMk/>
            <pc:sldMk cId="2186626446" sldId="277"/>
            <ac:spMk id="1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2:44.103" v="493" actId="255"/>
          <ac:spMkLst>
            <pc:docMk/>
            <pc:sldMk cId="2186626446" sldId="277"/>
            <ac:spMk id="1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2:48.336" v="494" actId="255"/>
          <ac:spMkLst>
            <pc:docMk/>
            <pc:sldMk cId="2186626446" sldId="277"/>
            <ac:spMk id="14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1:30.041" v="485" actId="207"/>
          <ac:spMkLst>
            <pc:docMk/>
            <pc:sldMk cId="2186626446" sldId="277"/>
            <ac:spMk id="15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2:57.307" v="495" actId="255"/>
          <ac:spMkLst>
            <pc:docMk/>
            <pc:sldMk cId="2186626446" sldId="277"/>
            <ac:spMk id="1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3:01.139" v="496" actId="255"/>
          <ac:spMkLst>
            <pc:docMk/>
            <pc:sldMk cId="2186626446" sldId="277"/>
            <ac:spMk id="17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1:33.398" v="486" actId="207"/>
          <ac:spMkLst>
            <pc:docMk/>
            <pc:sldMk cId="2186626446" sldId="277"/>
            <ac:spMk id="18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3:06.981" v="497" actId="255"/>
          <ac:spMkLst>
            <pc:docMk/>
            <pc:sldMk cId="2186626446" sldId="277"/>
            <ac:spMk id="19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3:12.580" v="498" actId="255"/>
          <ac:spMkLst>
            <pc:docMk/>
            <pc:sldMk cId="2186626446" sldId="277"/>
            <ac:spMk id="20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1:37.284" v="487" actId="207"/>
          <ac:spMkLst>
            <pc:docMk/>
            <pc:sldMk cId="2186626446" sldId="277"/>
            <ac:spMk id="21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3:23.141" v="500" actId="255"/>
          <ac:spMkLst>
            <pc:docMk/>
            <pc:sldMk cId="2186626446" sldId="277"/>
            <ac:spMk id="2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3:28.788" v="501" actId="255"/>
          <ac:spMkLst>
            <pc:docMk/>
            <pc:sldMk cId="2186626446" sldId="277"/>
            <ac:spMk id="2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4:15.762" v="507" actId="207"/>
          <ac:spMkLst>
            <pc:docMk/>
            <pc:sldMk cId="2186626446" sldId="277"/>
            <ac:spMk id="24" creationId="{00000000-0000-0000-0000-000000000000}"/>
          </ac:spMkLst>
        </pc:spChg>
        <pc:spChg chg="del">
          <ac:chgData name="sonam pelden" userId="2f903a43345a64cb" providerId="LiveId" clId="{436BA98B-5571-47CE-82CC-956A605DEA26}" dt="2026-09-13T10:43:31.874" v="502" actId="478"/>
          <ac:spMkLst>
            <pc:docMk/>
            <pc:sldMk cId="2186626446" sldId="277"/>
            <ac:spMk id="35" creationId="{00000000-0000-0000-0000-000000000000}"/>
          </ac:spMkLst>
        </pc:spChg>
        <pc:spChg chg="del">
          <ac:chgData name="sonam pelden" userId="2f903a43345a64cb" providerId="LiveId" clId="{436BA98B-5571-47CE-82CC-956A605DEA26}" dt="2026-09-13T10:43:35.525" v="503" actId="478"/>
          <ac:spMkLst>
            <pc:docMk/>
            <pc:sldMk cId="2186626446" sldId="277"/>
            <ac:spMk id="36" creationId="{00000000-0000-0000-0000-000000000000}"/>
          </ac:spMkLst>
        </pc:spChg>
      </pc:sldChg>
      <pc:sldChg chg="delSp modSp mod ord">
        <pc:chgData name="sonam pelden" userId="2f903a43345a64cb" providerId="LiveId" clId="{436BA98B-5571-47CE-82CC-956A605DEA26}" dt="2026-09-13T10:49:06.222" v="540"/>
        <pc:sldMkLst>
          <pc:docMk/>
          <pc:sldMk cId="3211354497" sldId="278"/>
        </pc:sldMkLst>
        <pc:spChg chg="del">
          <ac:chgData name="sonam pelden" userId="2f903a43345a64cb" providerId="LiveId" clId="{436BA98B-5571-47CE-82CC-956A605DEA26}" dt="2026-09-13T10:48:37.827" v="534" actId="478"/>
          <ac:spMkLst>
            <pc:docMk/>
            <pc:sldMk cId="3211354497" sldId="278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8:59.681" v="538" actId="1076"/>
          <ac:spMkLst>
            <pc:docMk/>
            <pc:sldMk cId="3211354497" sldId="278"/>
            <ac:spMk id="4" creationId="{00000000-0000-0000-0000-000000000000}"/>
          </ac:spMkLst>
        </pc:spChg>
      </pc:sldChg>
      <pc:sldChg chg="delSp modSp mod">
        <pc:chgData name="sonam pelden" userId="2f903a43345a64cb" providerId="LiveId" clId="{436BA98B-5571-47CE-82CC-956A605DEA26}" dt="2026-09-13T10:48:01.087" v="532" actId="478"/>
        <pc:sldMkLst>
          <pc:docMk/>
          <pc:sldMk cId="3985626337" sldId="279"/>
        </pc:sldMkLst>
        <pc:spChg chg="del">
          <ac:chgData name="sonam pelden" userId="2f903a43345a64cb" providerId="LiveId" clId="{436BA98B-5571-47CE-82CC-956A605DEA26}" dt="2026-09-13T10:44:51.535" v="508" actId="478"/>
          <ac:spMkLst>
            <pc:docMk/>
            <pc:sldMk cId="3985626337" sldId="279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09.176" v="512" actId="1076"/>
          <ac:spMkLst>
            <pc:docMk/>
            <pc:sldMk cId="3985626337" sldId="279"/>
            <ac:spMk id="4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21.176" v="513" actId="1076"/>
          <ac:spMkLst>
            <pc:docMk/>
            <pc:sldMk cId="3985626337" sldId="279"/>
            <ac:spMk id="5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47.595" v="514" actId="255"/>
          <ac:spMkLst>
            <pc:docMk/>
            <pc:sldMk cId="3985626337" sldId="279"/>
            <ac:spMk id="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47.595" v="514" actId="255"/>
          <ac:spMkLst>
            <pc:docMk/>
            <pc:sldMk cId="3985626337" sldId="279"/>
            <ac:spMk id="7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47.595" v="514" actId="255"/>
          <ac:spMkLst>
            <pc:docMk/>
            <pc:sldMk cId="3985626337" sldId="279"/>
            <ac:spMk id="9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7:30.132" v="527" actId="255"/>
          <ac:spMkLst>
            <pc:docMk/>
            <pc:sldMk cId="3985626337" sldId="279"/>
            <ac:spMk id="10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7:05.846" v="524" actId="14100"/>
          <ac:spMkLst>
            <pc:docMk/>
            <pc:sldMk cId="3985626337" sldId="279"/>
            <ac:spMk id="11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6:08.576" v="518" actId="14100"/>
          <ac:spMkLst>
            <pc:docMk/>
            <pc:sldMk cId="3985626337" sldId="279"/>
            <ac:spMk id="1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6:14.281" v="519" actId="1076"/>
          <ac:spMkLst>
            <pc:docMk/>
            <pc:sldMk cId="3985626337" sldId="279"/>
            <ac:spMk id="1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6:20.993" v="520" actId="1076"/>
          <ac:spMkLst>
            <pc:docMk/>
            <pc:sldMk cId="3985626337" sldId="279"/>
            <ac:spMk id="15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47.595" v="514" actId="255"/>
          <ac:spMkLst>
            <pc:docMk/>
            <pc:sldMk cId="3985626337" sldId="279"/>
            <ac:spMk id="1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7:19.290" v="526" actId="1076"/>
          <ac:spMkLst>
            <pc:docMk/>
            <pc:sldMk cId="3985626337" sldId="279"/>
            <ac:spMk id="17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7:15.195" v="525" actId="1076"/>
          <ac:spMkLst>
            <pc:docMk/>
            <pc:sldMk cId="3985626337" sldId="279"/>
            <ac:spMk id="18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47.595" v="514" actId="255"/>
          <ac:spMkLst>
            <pc:docMk/>
            <pc:sldMk cId="3985626337" sldId="279"/>
            <ac:spMk id="19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7:47.449" v="529" actId="255"/>
          <ac:spMkLst>
            <pc:docMk/>
            <pc:sldMk cId="3985626337" sldId="279"/>
            <ac:spMk id="20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7:53.502" v="530" actId="255"/>
          <ac:spMkLst>
            <pc:docMk/>
            <pc:sldMk cId="3985626337" sldId="279"/>
            <ac:spMk id="2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6:54.482" v="522" actId="14100"/>
          <ac:spMkLst>
            <pc:docMk/>
            <pc:sldMk cId="3985626337" sldId="279"/>
            <ac:spMk id="2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6:46.563" v="521" actId="255"/>
          <ac:spMkLst>
            <pc:docMk/>
            <pc:sldMk cId="3985626337" sldId="279"/>
            <ac:spMk id="2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7:00.592" v="523" actId="14100"/>
          <ac:spMkLst>
            <pc:docMk/>
            <pc:sldMk cId="3985626337" sldId="279"/>
            <ac:spMk id="28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47.595" v="514" actId="255"/>
          <ac:spMkLst>
            <pc:docMk/>
            <pc:sldMk cId="3985626337" sldId="279"/>
            <ac:spMk id="29" creationId="{00000000-0000-0000-0000-000000000000}"/>
          </ac:spMkLst>
        </pc:spChg>
        <pc:spChg chg="mod">
          <ac:chgData name="sonam pelden" userId="2f903a43345a64cb" providerId="LiveId" clId="{436BA98B-5571-47CE-82CC-956A605DEA26}" dt="2026-09-13T10:45:47.595" v="514" actId="255"/>
          <ac:spMkLst>
            <pc:docMk/>
            <pc:sldMk cId="3985626337" sldId="279"/>
            <ac:spMk id="31" creationId="{00000000-0000-0000-0000-000000000000}"/>
          </ac:spMkLst>
        </pc:spChg>
        <pc:spChg chg="del">
          <ac:chgData name="sonam pelden" userId="2f903a43345a64cb" providerId="LiveId" clId="{436BA98B-5571-47CE-82CC-956A605DEA26}" dt="2026-09-13T10:47:58.585" v="531" actId="478"/>
          <ac:spMkLst>
            <pc:docMk/>
            <pc:sldMk cId="3985626337" sldId="279"/>
            <ac:spMk id="36" creationId="{00000000-0000-0000-0000-000000000000}"/>
          </ac:spMkLst>
        </pc:spChg>
        <pc:spChg chg="del">
          <ac:chgData name="sonam pelden" userId="2f903a43345a64cb" providerId="LiveId" clId="{436BA98B-5571-47CE-82CC-956A605DEA26}" dt="2026-09-13T10:48:01.087" v="532" actId="478"/>
          <ac:spMkLst>
            <pc:docMk/>
            <pc:sldMk cId="3985626337" sldId="279"/>
            <ac:spMk id="37" creationId="{00000000-0000-0000-0000-000000000000}"/>
          </ac:spMkLst>
        </pc:spChg>
      </pc:sldChg>
      <pc:sldChg chg="delSp del mod">
        <pc:chgData name="sonam pelden" userId="2f903a43345a64cb" providerId="LiveId" clId="{436BA98B-5571-47CE-82CC-956A605DEA26}" dt="2026-09-13T11:27:47.492" v="609" actId="47"/>
        <pc:sldMkLst>
          <pc:docMk/>
          <pc:sldMk cId="1014204341" sldId="280"/>
        </pc:sldMkLst>
        <pc:spChg chg="del">
          <ac:chgData name="sonam pelden" userId="2f903a43345a64cb" providerId="LiveId" clId="{436BA98B-5571-47CE-82CC-956A605DEA26}" dt="2026-09-13T10:48:09.588" v="533" actId="478"/>
          <ac:spMkLst>
            <pc:docMk/>
            <pc:sldMk cId="1014204341" sldId="280"/>
            <ac:spMk id="2" creationId="{00000000-0000-0000-0000-000000000000}"/>
          </ac:spMkLst>
        </pc:spChg>
      </pc:sldChg>
      <pc:sldChg chg="addSp delSp modSp add mod">
        <pc:chgData name="sonam pelden" userId="2f903a43345a64cb" providerId="LiveId" clId="{436BA98B-5571-47CE-82CC-956A605DEA26}" dt="2026-09-13T10:27:51.554" v="370" actId="1076"/>
        <pc:sldMkLst>
          <pc:docMk/>
          <pc:sldMk cId="2492585159" sldId="281"/>
        </pc:sldMkLst>
        <pc:spChg chg="mod">
          <ac:chgData name="sonam pelden" userId="2f903a43345a64cb" providerId="LiveId" clId="{436BA98B-5571-47CE-82CC-956A605DEA26}" dt="2026-09-13T10:23:07.210" v="329" actId="1076"/>
          <ac:spMkLst>
            <pc:docMk/>
            <pc:sldMk cId="2492585159" sldId="281"/>
            <ac:spMk id="2" creationId="{BB60DEAC-5A8F-6207-8EFB-5CEEDE44EDE1}"/>
          </ac:spMkLst>
        </pc:spChg>
        <pc:spChg chg="del">
          <ac:chgData name="sonam pelden" userId="2f903a43345a64cb" providerId="LiveId" clId="{436BA98B-5571-47CE-82CC-956A605DEA26}" dt="2026-09-13T10:23:16.748" v="331" actId="478"/>
          <ac:spMkLst>
            <pc:docMk/>
            <pc:sldMk cId="2492585159" sldId="281"/>
            <ac:spMk id="3" creationId="{7B8F26E3-FCB0-4D7D-65CE-F7E012FF99AA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4" creationId="{467FC4D3-1D6A-5B91-73E6-EDF4BF82CD33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5" creationId="{52A87DA9-E975-9D67-04E7-DFE6FDB481E4}"/>
          </ac:spMkLst>
        </pc:spChg>
        <pc:spChg chg="add del mod">
          <ac:chgData name="sonam pelden" userId="2f903a43345a64cb" providerId="LiveId" clId="{436BA98B-5571-47CE-82CC-956A605DEA26}" dt="2026-09-13T10:25:01.391" v="345" actId="1076"/>
          <ac:spMkLst>
            <pc:docMk/>
            <pc:sldMk cId="2492585159" sldId="281"/>
            <ac:spMk id="6" creationId="{4DE2DAB3-5B75-F490-F504-38ACF6B28FAE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7" creationId="{26A1B271-7DEB-E598-B14B-429B482030A9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8" creationId="{7C18B650-3717-B748-2FF2-5B334B19C8F5}"/>
          </ac:spMkLst>
        </pc:spChg>
        <pc:spChg chg="add mod">
          <ac:chgData name="sonam pelden" userId="2f903a43345a64cb" providerId="LiveId" clId="{436BA98B-5571-47CE-82CC-956A605DEA26}" dt="2026-09-13T10:23:59.173" v="337" actId="1076"/>
          <ac:spMkLst>
            <pc:docMk/>
            <pc:sldMk cId="2492585159" sldId="281"/>
            <ac:spMk id="10" creationId="{3D019D0A-AEDA-923E-371F-4E28800AABAA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12" creationId="{C27CD42A-7825-633D-26A1-794675802D4F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13" creationId="{9072406F-DCB2-1BC2-6461-54D6A3DF6892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14" creationId="{BAEFE54B-67A4-08A0-DA3E-6516060F76C1}"/>
          </ac:spMkLst>
        </pc:spChg>
        <pc:spChg chg="del">
          <ac:chgData name="sonam pelden" userId="2f903a43345a64cb" providerId="LiveId" clId="{436BA98B-5571-47CE-82CC-956A605DEA26}" dt="2026-09-13T10:23:14.478" v="330" actId="478"/>
          <ac:spMkLst>
            <pc:docMk/>
            <pc:sldMk cId="2492585159" sldId="281"/>
            <ac:spMk id="15" creationId="{07D01702-189E-4822-9CAB-5BFCC451903E}"/>
          </ac:spMkLst>
        </pc:spChg>
        <pc:spChg chg="add mod">
          <ac:chgData name="sonam pelden" userId="2f903a43345a64cb" providerId="LiveId" clId="{436BA98B-5571-47CE-82CC-956A605DEA26}" dt="2026-09-13T10:24:44.292" v="342" actId="113"/>
          <ac:spMkLst>
            <pc:docMk/>
            <pc:sldMk cId="2492585159" sldId="281"/>
            <ac:spMk id="16" creationId="{F1E0D2DA-4054-9265-9C83-40AB9C1C5835}"/>
          </ac:spMkLst>
        </pc:spChg>
        <pc:spChg chg="add mod">
          <ac:chgData name="sonam pelden" userId="2f903a43345a64cb" providerId="LiveId" clId="{436BA98B-5571-47CE-82CC-956A605DEA26}" dt="2026-09-13T10:24:51.050" v="343" actId="14100"/>
          <ac:spMkLst>
            <pc:docMk/>
            <pc:sldMk cId="2492585159" sldId="281"/>
            <ac:spMk id="18" creationId="{F1A19E90-0ACD-7F0F-52E0-53FA44BA3F01}"/>
          </ac:spMkLst>
        </pc:spChg>
        <pc:spChg chg="add mod">
          <ac:chgData name="sonam pelden" userId="2f903a43345a64cb" providerId="LiveId" clId="{436BA98B-5571-47CE-82CC-956A605DEA26}" dt="2026-09-13T10:26:39.652" v="359" actId="14100"/>
          <ac:spMkLst>
            <pc:docMk/>
            <pc:sldMk cId="2492585159" sldId="281"/>
            <ac:spMk id="20" creationId="{4F0FFB67-F645-1264-A970-309BBC3095D6}"/>
          </ac:spMkLst>
        </pc:spChg>
        <pc:spChg chg="add mod">
          <ac:chgData name="sonam pelden" userId="2f903a43345a64cb" providerId="LiveId" clId="{436BA98B-5571-47CE-82CC-956A605DEA26}" dt="2026-09-13T10:26:18.285" v="356" actId="1076"/>
          <ac:spMkLst>
            <pc:docMk/>
            <pc:sldMk cId="2492585159" sldId="281"/>
            <ac:spMk id="22" creationId="{25FEED2C-7255-4EFB-839B-22C32EAB0BB7}"/>
          </ac:spMkLst>
        </pc:spChg>
        <pc:spChg chg="add mod">
          <ac:chgData name="sonam pelden" userId="2f903a43345a64cb" providerId="LiveId" clId="{436BA98B-5571-47CE-82CC-956A605DEA26}" dt="2026-09-13T10:26:24.486" v="357" actId="1076"/>
          <ac:spMkLst>
            <pc:docMk/>
            <pc:sldMk cId="2492585159" sldId="281"/>
            <ac:spMk id="24" creationId="{00C51E4C-9D5C-EB56-7D65-0CDD0478C639}"/>
          </ac:spMkLst>
        </pc:spChg>
        <pc:spChg chg="add mod">
          <ac:chgData name="sonam pelden" userId="2f903a43345a64cb" providerId="LiveId" clId="{436BA98B-5571-47CE-82CC-956A605DEA26}" dt="2026-09-13T10:26:32.794" v="358" actId="1076"/>
          <ac:spMkLst>
            <pc:docMk/>
            <pc:sldMk cId="2492585159" sldId="281"/>
            <ac:spMk id="26" creationId="{A9EB179E-5083-954B-3518-119D6E8C8FD5}"/>
          </ac:spMkLst>
        </pc:spChg>
        <pc:spChg chg="add mod">
          <ac:chgData name="sonam pelden" userId="2f903a43345a64cb" providerId="LiveId" clId="{436BA98B-5571-47CE-82CC-956A605DEA26}" dt="2026-09-13T10:26:50.782" v="361" actId="1076"/>
          <ac:spMkLst>
            <pc:docMk/>
            <pc:sldMk cId="2492585159" sldId="281"/>
            <ac:spMk id="28" creationId="{08AE1723-2261-3EDE-BE4F-CF5E58620ECD}"/>
          </ac:spMkLst>
        </pc:spChg>
        <pc:spChg chg="add mod">
          <ac:chgData name="sonam pelden" userId="2f903a43345a64cb" providerId="LiveId" clId="{436BA98B-5571-47CE-82CC-956A605DEA26}" dt="2026-09-13T10:27:51.554" v="370" actId="1076"/>
          <ac:spMkLst>
            <pc:docMk/>
            <pc:sldMk cId="2492585159" sldId="281"/>
            <ac:spMk id="30" creationId="{5E2A0C02-6436-B466-AE85-19923AE0E3CD}"/>
          </ac:spMkLst>
        </pc:spChg>
        <pc:spChg chg="add mod">
          <ac:chgData name="sonam pelden" userId="2f903a43345a64cb" providerId="LiveId" clId="{436BA98B-5571-47CE-82CC-956A605DEA26}" dt="2026-09-13T10:27:37.056" v="368" actId="1076"/>
          <ac:spMkLst>
            <pc:docMk/>
            <pc:sldMk cId="2492585159" sldId="281"/>
            <ac:spMk id="32" creationId="{B7019E92-DA0A-AC13-BFD1-8AE70F5D1FA8}"/>
          </ac:spMkLst>
        </pc:spChg>
        <pc:spChg chg="add mod">
          <ac:chgData name="sonam pelden" userId="2f903a43345a64cb" providerId="LiveId" clId="{436BA98B-5571-47CE-82CC-956A605DEA26}" dt="2026-09-13T10:27:45.669" v="369" actId="1076"/>
          <ac:spMkLst>
            <pc:docMk/>
            <pc:sldMk cId="2492585159" sldId="281"/>
            <ac:spMk id="34" creationId="{4949D2A7-5B3A-EB24-3300-630752FB7B44}"/>
          </ac:spMkLst>
        </pc:spChg>
      </pc:sldChg>
      <pc:sldChg chg="addSp delSp modSp add mod">
        <pc:chgData name="sonam pelden" userId="2f903a43345a64cb" providerId="LiveId" clId="{436BA98B-5571-47CE-82CC-956A605DEA26}" dt="2026-09-13T10:33:34.982" v="424" actId="171"/>
        <pc:sldMkLst>
          <pc:docMk/>
          <pc:sldMk cId="2035415666" sldId="282"/>
        </pc:sldMkLst>
        <pc:spChg chg="mod">
          <ac:chgData name="sonam pelden" userId="2f903a43345a64cb" providerId="LiveId" clId="{436BA98B-5571-47CE-82CC-956A605DEA26}" dt="2026-09-13T10:28:15.202" v="373" actId="207"/>
          <ac:spMkLst>
            <pc:docMk/>
            <pc:sldMk cId="2035415666" sldId="282"/>
            <ac:spMk id="2" creationId="{D7FB6B2A-72E4-A5CE-1553-5D78A069D622}"/>
          </ac:spMkLst>
        </pc:spChg>
        <pc:spChg chg="del">
          <ac:chgData name="sonam pelden" userId="2f903a43345a64cb" providerId="LiveId" clId="{436BA98B-5571-47CE-82CC-956A605DEA26}" dt="2026-09-13T10:31:33.790" v="395" actId="478"/>
          <ac:spMkLst>
            <pc:docMk/>
            <pc:sldMk cId="2035415666" sldId="282"/>
            <ac:spMk id="6" creationId="{151A204E-6E53-AA05-CBE4-604EB3CC668B}"/>
          </ac:spMkLst>
        </pc:spChg>
        <pc:spChg chg="add mod ord">
          <ac:chgData name="sonam pelden" userId="2f903a43345a64cb" providerId="LiveId" clId="{436BA98B-5571-47CE-82CC-956A605DEA26}" dt="2026-09-13T10:32:35.449" v="405" actId="1076"/>
          <ac:spMkLst>
            <pc:docMk/>
            <pc:sldMk cId="2035415666" sldId="282"/>
            <ac:spMk id="7" creationId="{6336BD06-F564-9916-6B14-410C91FAFC96}"/>
          </ac:spMkLst>
        </pc:spChg>
        <pc:spChg chg="add mod ord">
          <ac:chgData name="sonam pelden" userId="2f903a43345a64cb" providerId="LiveId" clId="{436BA98B-5571-47CE-82CC-956A605DEA26}" dt="2026-09-13T10:33:34.982" v="424" actId="171"/>
          <ac:spMkLst>
            <pc:docMk/>
            <pc:sldMk cId="2035415666" sldId="282"/>
            <ac:spMk id="9" creationId="{47692A3F-1CB4-9ADF-21DC-49F2C53DC69A}"/>
          </ac:spMkLst>
        </pc:spChg>
        <pc:spChg chg="add mod ord">
          <ac:chgData name="sonam pelden" userId="2f903a43345a64cb" providerId="LiveId" clId="{436BA98B-5571-47CE-82CC-956A605DEA26}" dt="2026-09-13T10:33:31.379" v="422" actId="171"/>
          <ac:spMkLst>
            <pc:docMk/>
            <pc:sldMk cId="2035415666" sldId="282"/>
            <ac:spMk id="11" creationId="{679D388E-0C04-BC93-B9E5-6A62D1A79367}"/>
          </ac:spMkLst>
        </pc:spChg>
        <pc:spChg chg="add mod ord">
          <ac:chgData name="sonam pelden" userId="2f903a43345a64cb" providerId="LiveId" clId="{436BA98B-5571-47CE-82CC-956A605DEA26}" dt="2026-09-13T10:33:27.566" v="420" actId="171"/>
          <ac:spMkLst>
            <pc:docMk/>
            <pc:sldMk cId="2035415666" sldId="282"/>
            <ac:spMk id="13" creationId="{567136B9-03A2-2AA6-946C-3FED2D434A98}"/>
          </ac:spMkLst>
        </pc:spChg>
        <pc:spChg chg="add mod ord">
          <ac:chgData name="sonam pelden" userId="2f903a43345a64cb" providerId="LiveId" clId="{436BA98B-5571-47CE-82CC-956A605DEA26}" dt="2026-09-13T10:33:22.661" v="417" actId="171"/>
          <ac:spMkLst>
            <pc:docMk/>
            <pc:sldMk cId="2035415666" sldId="282"/>
            <ac:spMk id="15" creationId="{99AD2B1A-8AEC-1A27-200C-5F1A0979B72E}"/>
          </ac:spMkLst>
        </pc:spChg>
        <pc:graphicFrameChg chg="add mod">
          <ac:chgData name="sonam pelden" userId="2f903a43345a64cb" providerId="LiveId" clId="{436BA98B-5571-47CE-82CC-956A605DEA26}" dt="2026-09-13T10:31:48.133" v="399" actId="14100"/>
          <ac:graphicFrameMkLst>
            <pc:docMk/>
            <pc:sldMk cId="2035415666" sldId="282"/>
            <ac:graphicFrameMk id="4" creationId="{D4C0B291-9993-300E-7C38-129CACC64447}"/>
          </ac:graphicFrameMkLst>
        </pc:graphicFrameChg>
      </pc:sldChg>
      <pc:sldChg chg="delSp modSp add mod">
        <pc:chgData name="sonam pelden" userId="2f903a43345a64cb" providerId="LiveId" clId="{436BA98B-5571-47CE-82CC-956A605DEA26}" dt="2026-09-13T10:37:02.050" v="448"/>
        <pc:sldMkLst>
          <pc:docMk/>
          <pc:sldMk cId="3617244133" sldId="283"/>
        </pc:sldMkLst>
        <pc:spChg chg="mod">
          <ac:chgData name="sonam pelden" userId="2f903a43345a64cb" providerId="LiveId" clId="{436BA98B-5571-47CE-82CC-956A605DEA26}" dt="2026-09-13T10:34:06.039" v="427"/>
          <ac:spMkLst>
            <pc:docMk/>
            <pc:sldMk cId="3617244133" sldId="283"/>
            <ac:spMk id="2" creationId="{FD90EFF9-57A1-E0C6-2B2A-48791614A91C}"/>
          </ac:spMkLst>
        </pc:spChg>
        <pc:spChg chg="mod">
          <ac:chgData name="sonam pelden" userId="2f903a43345a64cb" providerId="LiveId" clId="{436BA98B-5571-47CE-82CC-956A605DEA26}" dt="2026-09-13T10:36:41.183" v="445" actId="255"/>
          <ac:spMkLst>
            <pc:docMk/>
            <pc:sldMk cId="3617244133" sldId="283"/>
            <ac:spMk id="10" creationId="{2354A962-4E0F-7AF1-E6D4-19BF8AE7B72B}"/>
          </ac:spMkLst>
        </pc:spChg>
        <pc:spChg chg="mod">
          <ac:chgData name="sonam pelden" userId="2f903a43345a64cb" providerId="LiveId" clId="{436BA98B-5571-47CE-82CC-956A605DEA26}" dt="2026-09-13T10:36:41.183" v="445" actId="255"/>
          <ac:spMkLst>
            <pc:docMk/>
            <pc:sldMk cId="3617244133" sldId="283"/>
            <ac:spMk id="12" creationId="{B0AEC2AB-99F7-E4E3-33E3-F6E7E830A5AD}"/>
          </ac:spMkLst>
        </pc:spChg>
        <pc:spChg chg="del">
          <ac:chgData name="sonam pelden" userId="2f903a43345a64cb" providerId="LiveId" clId="{436BA98B-5571-47CE-82CC-956A605DEA26}" dt="2026-09-13T10:34:43.190" v="430" actId="478"/>
          <ac:spMkLst>
            <pc:docMk/>
            <pc:sldMk cId="3617244133" sldId="283"/>
            <ac:spMk id="14" creationId="{87227D71-F607-8CF4-BC69-46B998336A41}"/>
          </ac:spMkLst>
        </pc:spChg>
        <pc:spChg chg="mod">
          <ac:chgData name="sonam pelden" userId="2f903a43345a64cb" providerId="LiveId" clId="{436BA98B-5571-47CE-82CC-956A605DEA26}" dt="2026-09-13T10:36:41.183" v="445" actId="255"/>
          <ac:spMkLst>
            <pc:docMk/>
            <pc:sldMk cId="3617244133" sldId="283"/>
            <ac:spMk id="24" creationId="{4043E4F0-6835-EE80-396F-BD16863E0FD1}"/>
          </ac:spMkLst>
        </pc:spChg>
        <pc:spChg chg="mod">
          <ac:chgData name="sonam pelden" userId="2f903a43345a64cb" providerId="LiveId" clId="{436BA98B-5571-47CE-82CC-956A605DEA26}" dt="2026-09-13T10:36:41.183" v="445" actId="255"/>
          <ac:spMkLst>
            <pc:docMk/>
            <pc:sldMk cId="3617244133" sldId="283"/>
            <ac:spMk id="25" creationId="{F48ADBDB-7A64-6F80-9476-B364541CDDA1}"/>
          </ac:spMkLst>
        </pc:spChg>
        <pc:spChg chg="mod">
          <ac:chgData name="sonam pelden" userId="2f903a43345a64cb" providerId="LiveId" clId="{436BA98B-5571-47CE-82CC-956A605DEA26}" dt="2026-09-13T10:36:46.484" v="446" actId="255"/>
          <ac:spMkLst>
            <pc:docMk/>
            <pc:sldMk cId="3617244133" sldId="283"/>
            <ac:spMk id="26" creationId="{CFA29AA4-0835-BCDA-7593-DE28AAB84ADB}"/>
          </ac:spMkLst>
        </pc:spChg>
        <pc:spChg chg="del">
          <ac:chgData name="sonam pelden" userId="2f903a43345a64cb" providerId="LiveId" clId="{436BA98B-5571-47CE-82CC-956A605DEA26}" dt="2026-09-13T10:35:47.093" v="437" actId="478"/>
          <ac:spMkLst>
            <pc:docMk/>
            <pc:sldMk cId="3617244133" sldId="283"/>
            <ac:spMk id="33" creationId="{7C0AE85D-662D-8E3C-6030-B7ADCAAFA4CE}"/>
          </ac:spMkLst>
        </pc:spChg>
        <pc:spChg chg="mod">
          <ac:chgData name="sonam pelden" userId="2f903a43345a64cb" providerId="LiveId" clId="{436BA98B-5571-47CE-82CC-956A605DEA26}" dt="2026-09-13T10:36:41.183" v="445" actId="255"/>
          <ac:spMkLst>
            <pc:docMk/>
            <pc:sldMk cId="3617244133" sldId="283"/>
            <ac:spMk id="35" creationId="{B8259082-0D99-C95D-C04D-D96A70C80AF3}"/>
          </ac:spMkLst>
        </pc:spChg>
        <pc:spChg chg="mod">
          <ac:chgData name="sonam pelden" userId="2f903a43345a64cb" providerId="LiveId" clId="{436BA98B-5571-47CE-82CC-956A605DEA26}" dt="2026-09-13T10:36:41.183" v="445" actId="255"/>
          <ac:spMkLst>
            <pc:docMk/>
            <pc:sldMk cId="3617244133" sldId="283"/>
            <ac:spMk id="36" creationId="{3C6F1001-3A25-7A08-A82A-EB49143CC42C}"/>
          </ac:spMkLst>
        </pc:spChg>
        <pc:spChg chg="del mod">
          <ac:chgData name="sonam pelden" userId="2f903a43345a64cb" providerId="LiveId" clId="{436BA98B-5571-47CE-82CC-956A605DEA26}" dt="2026-09-13T10:35:54.353" v="439" actId="478"/>
          <ac:spMkLst>
            <pc:docMk/>
            <pc:sldMk cId="3617244133" sldId="283"/>
            <ac:spMk id="37" creationId="{074027B0-D7BF-50B5-1A9C-67C2CAD0A53B}"/>
          </ac:spMkLst>
        </pc:spChg>
        <pc:spChg chg="mod">
          <ac:chgData name="sonam pelden" userId="2f903a43345a64cb" providerId="LiveId" clId="{436BA98B-5571-47CE-82CC-956A605DEA26}" dt="2026-09-13T10:36:51.376" v="447" actId="255"/>
          <ac:spMkLst>
            <pc:docMk/>
            <pc:sldMk cId="3617244133" sldId="283"/>
            <ac:spMk id="38" creationId="{AFB68B76-B636-F5EB-83D8-83D74ABE3177}"/>
          </ac:spMkLst>
        </pc:spChg>
        <pc:spChg chg="del">
          <ac:chgData name="sonam pelden" userId="2f903a43345a64cb" providerId="LiveId" clId="{436BA98B-5571-47CE-82CC-956A605DEA26}" dt="2026-09-13T10:35:57.102" v="440" actId="478"/>
          <ac:spMkLst>
            <pc:docMk/>
            <pc:sldMk cId="3617244133" sldId="283"/>
            <ac:spMk id="39" creationId="{76A3B746-1434-5604-9564-AD93D720B86C}"/>
          </ac:spMkLst>
        </pc:spChg>
        <pc:spChg chg="mod">
          <ac:chgData name="sonam pelden" userId="2f903a43345a64cb" providerId="LiveId" clId="{436BA98B-5571-47CE-82CC-956A605DEA26}" dt="2026-09-13T10:37:02.050" v="448"/>
          <ac:spMkLst>
            <pc:docMk/>
            <pc:sldMk cId="3617244133" sldId="283"/>
            <ac:spMk id="40" creationId="{088360C2-DB51-8C81-7F1D-4DD54206DD06}"/>
          </ac:spMkLst>
        </pc:spChg>
      </pc:sldChg>
      <pc:sldChg chg="modSp add mod">
        <pc:chgData name="sonam pelden" userId="2f903a43345a64cb" providerId="LiveId" clId="{436BA98B-5571-47CE-82CC-956A605DEA26}" dt="2026-09-13T11:26:02.511" v="596" actId="255"/>
        <pc:sldMkLst>
          <pc:docMk/>
          <pc:sldMk cId="2183847905" sldId="284"/>
        </pc:sldMkLst>
        <pc:spChg chg="mod">
          <ac:chgData name="sonam pelden" userId="2f903a43345a64cb" providerId="LiveId" clId="{436BA98B-5571-47CE-82CC-956A605DEA26}" dt="2026-09-13T11:25:03.981" v="589" actId="113"/>
          <ac:spMkLst>
            <pc:docMk/>
            <pc:sldMk cId="2183847905" sldId="284"/>
            <ac:spMk id="2" creationId="{DC398663-CAC8-9555-EB4E-7E738BD79D9F}"/>
          </ac:spMkLst>
        </pc:spChg>
        <pc:spChg chg="mod">
          <ac:chgData name="sonam pelden" userId="2f903a43345a64cb" providerId="LiveId" clId="{436BA98B-5571-47CE-82CC-956A605DEA26}" dt="2026-09-13T11:25:28.332" v="591" actId="113"/>
          <ac:spMkLst>
            <pc:docMk/>
            <pc:sldMk cId="2183847905" sldId="284"/>
            <ac:spMk id="16" creationId="{E519C6E1-0695-0AD2-CB76-A084E34A8410}"/>
          </ac:spMkLst>
        </pc:spChg>
        <pc:spChg chg="mod">
          <ac:chgData name="sonam pelden" userId="2f903a43345a64cb" providerId="LiveId" clId="{436BA98B-5571-47CE-82CC-956A605DEA26}" dt="2026-09-13T11:25:38.340" v="592" actId="255"/>
          <ac:spMkLst>
            <pc:docMk/>
            <pc:sldMk cId="2183847905" sldId="284"/>
            <ac:spMk id="18" creationId="{0D55470B-E2B6-6833-56B6-194FF1AD5C5F}"/>
          </ac:spMkLst>
        </pc:spChg>
        <pc:spChg chg="mod">
          <ac:chgData name="sonam pelden" userId="2f903a43345a64cb" providerId="LiveId" clId="{436BA98B-5571-47CE-82CC-956A605DEA26}" dt="2026-09-13T11:25:42.415" v="593" actId="113"/>
          <ac:spMkLst>
            <pc:docMk/>
            <pc:sldMk cId="2183847905" sldId="284"/>
            <ac:spMk id="24" creationId="{19CF8FE5-7439-117D-008F-F76D059AE7B8}"/>
          </ac:spMkLst>
        </pc:spChg>
        <pc:spChg chg="mod">
          <ac:chgData name="sonam pelden" userId="2f903a43345a64cb" providerId="LiveId" clId="{436BA98B-5571-47CE-82CC-956A605DEA26}" dt="2026-09-13T11:25:48.659" v="594" actId="255"/>
          <ac:spMkLst>
            <pc:docMk/>
            <pc:sldMk cId="2183847905" sldId="284"/>
            <ac:spMk id="26" creationId="{BD6409BA-C1D5-6B9A-EDFA-116DDFE6EFAC}"/>
          </ac:spMkLst>
        </pc:spChg>
        <pc:spChg chg="mod">
          <ac:chgData name="sonam pelden" userId="2f903a43345a64cb" providerId="LiveId" clId="{436BA98B-5571-47CE-82CC-956A605DEA26}" dt="2026-09-13T11:25:53.853" v="595" actId="113"/>
          <ac:spMkLst>
            <pc:docMk/>
            <pc:sldMk cId="2183847905" sldId="284"/>
            <ac:spMk id="32" creationId="{C0C469EC-634E-B26C-43C0-CC74677170EA}"/>
          </ac:spMkLst>
        </pc:spChg>
        <pc:spChg chg="mod">
          <ac:chgData name="sonam pelden" userId="2f903a43345a64cb" providerId="LiveId" clId="{436BA98B-5571-47CE-82CC-956A605DEA26}" dt="2026-09-13T11:26:02.511" v="596" actId="255"/>
          <ac:spMkLst>
            <pc:docMk/>
            <pc:sldMk cId="2183847905" sldId="284"/>
            <ac:spMk id="34" creationId="{9357F957-6328-103D-7016-08BF0D20641D}"/>
          </ac:spMkLst>
        </pc:spChg>
      </pc:sldChg>
      <pc:sldChg chg="addSp delSp modSp add mod">
        <pc:chgData name="sonam pelden" userId="2f903a43345a64cb" providerId="LiveId" clId="{436BA98B-5571-47CE-82CC-956A605DEA26}" dt="2026-09-13T11:27:32.754" v="608" actId="113"/>
        <pc:sldMkLst>
          <pc:docMk/>
          <pc:sldMk cId="50784425" sldId="285"/>
        </pc:sldMkLst>
        <pc:spChg chg="mod">
          <ac:chgData name="sonam pelden" userId="2f903a43345a64cb" providerId="LiveId" clId="{436BA98B-5571-47CE-82CC-956A605DEA26}" dt="2026-09-13T11:27:32.754" v="608" actId="113"/>
          <ac:spMkLst>
            <pc:docMk/>
            <pc:sldMk cId="50784425" sldId="285"/>
            <ac:spMk id="3" creationId="{6958C13F-C4B3-543E-E985-C70FDB20FD14}"/>
          </ac:spMkLst>
        </pc:spChg>
        <pc:spChg chg="mod">
          <ac:chgData name="sonam pelden" userId="2f903a43345a64cb" providerId="LiveId" clId="{436BA98B-5571-47CE-82CC-956A605DEA26}" dt="2026-09-13T11:13:08.943" v="568"/>
          <ac:spMkLst>
            <pc:docMk/>
            <pc:sldMk cId="50784425" sldId="285"/>
            <ac:spMk id="4" creationId="{719F6970-B71C-2A24-83E3-0CDEB351F83E}"/>
          </ac:spMkLst>
        </pc:spChg>
        <pc:spChg chg="mod">
          <ac:chgData name="sonam pelden" userId="2f903a43345a64cb" providerId="LiveId" clId="{436BA98B-5571-47CE-82CC-956A605DEA26}" dt="2026-09-13T11:26:32.585" v="599" actId="255"/>
          <ac:spMkLst>
            <pc:docMk/>
            <pc:sldMk cId="50784425" sldId="285"/>
            <ac:spMk id="5" creationId="{8AD391B3-D787-38F7-984A-97D08AC9DD6D}"/>
          </ac:spMkLst>
        </pc:spChg>
        <pc:spChg chg="mod">
          <ac:chgData name="sonam pelden" userId="2f903a43345a64cb" providerId="LiveId" clId="{436BA98B-5571-47CE-82CC-956A605DEA26}" dt="2026-09-13T11:27:07.897" v="604" actId="1076"/>
          <ac:spMkLst>
            <pc:docMk/>
            <pc:sldMk cId="50784425" sldId="285"/>
            <ac:spMk id="6" creationId="{8250E99E-F8D8-7DBE-5103-DFAB6D0EA1CA}"/>
          </ac:spMkLst>
        </pc:spChg>
        <pc:spChg chg="del">
          <ac:chgData name="sonam pelden" userId="2f903a43345a64cb" providerId="LiveId" clId="{436BA98B-5571-47CE-82CC-956A605DEA26}" dt="2026-09-13T11:12:09.572" v="563" actId="478"/>
          <ac:spMkLst>
            <pc:docMk/>
            <pc:sldMk cId="50784425" sldId="285"/>
            <ac:spMk id="7" creationId="{7DDCE797-B65D-BB02-A335-EBB79FF3F55A}"/>
          </ac:spMkLst>
        </pc:spChg>
        <pc:spChg chg="del">
          <ac:chgData name="sonam pelden" userId="2f903a43345a64cb" providerId="LiveId" clId="{436BA98B-5571-47CE-82CC-956A605DEA26}" dt="2026-09-13T11:12:20.122" v="564" actId="478"/>
          <ac:spMkLst>
            <pc:docMk/>
            <pc:sldMk cId="50784425" sldId="285"/>
            <ac:spMk id="8" creationId="{7F2C51B3-FC28-9689-EB01-1C0B21E9AA92}"/>
          </ac:spMkLst>
        </pc:spChg>
        <pc:spChg chg="add del">
          <ac:chgData name="sonam pelden" userId="2f903a43345a64cb" providerId="LiveId" clId="{436BA98B-5571-47CE-82CC-956A605DEA26}" dt="2026-09-13T11:14:16.533" v="580" actId="478"/>
          <ac:spMkLst>
            <pc:docMk/>
            <pc:sldMk cId="50784425" sldId="285"/>
            <ac:spMk id="9" creationId="{7C793194-A245-646E-CE6F-57CABA703C38}"/>
          </ac:spMkLst>
        </pc:spChg>
        <pc:spChg chg="del">
          <ac:chgData name="sonam pelden" userId="2f903a43345a64cb" providerId="LiveId" clId="{436BA98B-5571-47CE-82CC-956A605DEA26}" dt="2026-09-13T11:13:54.807" v="577" actId="478"/>
          <ac:spMkLst>
            <pc:docMk/>
            <pc:sldMk cId="50784425" sldId="285"/>
            <ac:spMk id="10" creationId="{B7BA7926-79F9-E94C-04AC-539618A5E0F9}"/>
          </ac:spMkLst>
        </pc:spChg>
        <pc:spChg chg="del mod">
          <ac:chgData name="sonam pelden" userId="2f903a43345a64cb" providerId="LiveId" clId="{436BA98B-5571-47CE-82CC-956A605DEA26}" dt="2026-09-13T11:14:20.548" v="581" actId="478"/>
          <ac:spMkLst>
            <pc:docMk/>
            <pc:sldMk cId="50784425" sldId="285"/>
            <ac:spMk id="11" creationId="{72357D4F-97FF-639F-A50C-7A2134FB8665}"/>
          </ac:spMkLst>
        </pc:spChg>
        <pc:spChg chg="add mod">
          <ac:chgData name="sonam pelden" userId="2f903a43345a64cb" providerId="LiveId" clId="{436BA98B-5571-47CE-82CC-956A605DEA26}" dt="2026-09-13T11:26:44.945" v="601" actId="2711"/>
          <ac:spMkLst>
            <pc:docMk/>
            <pc:sldMk cId="50784425" sldId="285"/>
            <ac:spMk id="15" creationId="{661178EF-F53C-99AE-826D-9665267330E9}"/>
          </ac:spMkLst>
        </pc:spChg>
        <pc:graphicFrameChg chg="add mod modGraphic">
          <ac:chgData name="sonam pelden" userId="2f903a43345a64cb" providerId="LiveId" clId="{436BA98B-5571-47CE-82CC-956A605DEA26}" dt="2026-09-13T11:27:19.507" v="605" actId="1076"/>
          <ac:graphicFrameMkLst>
            <pc:docMk/>
            <pc:sldMk cId="50784425" sldId="285"/>
            <ac:graphicFrameMk id="12" creationId="{8E8C95AC-6F33-3EFE-3C84-A893C2F090C2}"/>
          </ac:graphicFrameMkLst>
        </pc:graphicFrameChg>
      </pc:sldChg>
      <pc:sldChg chg="add">
        <pc:chgData name="sonam pelden" userId="2f903a43345a64cb" providerId="LiveId" clId="{436BA98B-5571-47CE-82CC-956A605DEA26}" dt="2026-09-13T11:24:20.028" v="585"/>
        <pc:sldMkLst>
          <pc:docMk/>
          <pc:sldMk cId="472975336" sldId="286"/>
        </pc:sldMkLst>
      </pc:sldChg>
      <pc:sldChg chg="new del">
        <pc:chgData name="sonam pelden" userId="2f903a43345a64cb" providerId="LiveId" clId="{436BA98B-5571-47CE-82CC-956A605DEA26}" dt="2026-09-13T12:03:32.547" v="611" actId="47"/>
        <pc:sldMkLst>
          <pc:docMk/>
          <pc:sldMk cId="2032602994" sldId="287"/>
        </pc:sldMkLst>
      </pc:sldChg>
      <pc:sldChg chg="addSp delSp modSp add mod">
        <pc:chgData name="sonam pelden" userId="2f903a43345a64cb" providerId="LiveId" clId="{436BA98B-5571-47CE-82CC-956A605DEA26}" dt="2026-09-13T12:11:34.166" v="630" actId="20577"/>
        <pc:sldMkLst>
          <pc:docMk/>
          <pc:sldMk cId="3577401227" sldId="287"/>
        </pc:sldMkLst>
        <pc:spChg chg="mod">
          <ac:chgData name="sonam pelden" userId="2f903a43345a64cb" providerId="LiveId" clId="{436BA98B-5571-47CE-82CC-956A605DEA26}" dt="2026-09-13T12:04:04.191" v="624" actId="1076"/>
          <ac:spMkLst>
            <pc:docMk/>
            <pc:sldMk cId="3577401227" sldId="287"/>
            <ac:spMk id="3" creationId="{6D4E4AA8-3B43-E87D-05DB-2558DA64A8A5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5" creationId="{43ED300A-FCD3-8DAD-E45C-D29783D9498B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11" creationId="{9F99FB20-C97F-D895-FA11-DBCB3D327FDA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13" creationId="{D99F8A52-613A-18A0-BAE8-D8C6D07C85D1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22" creationId="{04629874-B8D1-13B6-46AD-0D6466273AD8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25" creationId="{E3933CE9-7FBF-610B-4208-8A9E7C316216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27" creationId="{2870CE64-0826-ABF5-5021-0FBF60802CB1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28" creationId="{CD81E021-B583-6C4E-168A-B8562156B7B9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32" creationId="{95C8E50F-1CC1-EA95-05AE-CA95DEAEB4D7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37" creationId="{1F6DB779-9A2B-FB2E-CA7F-C1F3D1BC8697}"/>
          </ac:spMkLst>
        </pc:spChg>
        <pc:spChg chg="del">
          <ac:chgData name="sonam pelden" userId="2f903a43345a64cb" providerId="LiveId" clId="{436BA98B-5571-47CE-82CC-956A605DEA26}" dt="2026-09-13T12:04:15.091" v="625" actId="478"/>
          <ac:spMkLst>
            <pc:docMk/>
            <pc:sldMk cId="3577401227" sldId="287"/>
            <ac:spMk id="39" creationId="{D662A892-36B1-9277-8A3B-D59FEBE5C957}"/>
          </ac:spMkLst>
        </pc:spChg>
        <pc:spChg chg="add mod">
          <ac:chgData name="sonam pelden" userId="2f903a43345a64cb" providerId="LiveId" clId="{436BA98B-5571-47CE-82CC-956A605DEA26}" dt="2026-09-13T12:11:34.166" v="630" actId="20577"/>
          <ac:spMkLst>
            <pc:docMk/>
            <pc:sldMk cId="3577401227" sldId="287"/>
            <ac:spMk id="40" creationId="{503BBC7C-A780-043C-E453-1203691C2246}"/>
          </ac:spMkLst>
        </pc:spChg>
      </pc:sldChg>
      <pc:sldChg chg="modSp add mod">
        <pc:chgData name="sonam pelden" userId="2f903a43345a64cb" providerId="LiveId" clId="{436BA98B-5571-47CE-82CC-956A605DEA26}" dt="2026-09-13T13:27:52.254" v="647" actId="20577"/>
        <pc:sldMkLst>
          <pc:docMk/>
          <pc:sldMk cId="0" sldId="288"/>
        </pc:sldMkLst>
        <pc:spChg chg="mod">
          <ac:chgData name="sonam pelden" userId="2f903a43345a64cb" providerId="LiveId" clId="{436BA98B-5571-47CE-82CC-956A605DEA26}" dt="2026-09-13T13:27:39.608" v="645" actId="255"/>
          <ac:spMkLst>
            <pc:docMk/>
            <pc:sldMk cId="0" sldId="288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7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9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14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1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18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2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2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24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52.254" v="647" actId="20577"/>
          <ac:spMkLst>
            <pc:docMk/>
            <pc:sldMk cId="0" sldId="288"/>
            <ac:spMk id="2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33.466" v="644" actId="255"/>
          <ac:spMkLst>
            <pc:docMk/>
            <pc:sldMk cId="0" sldId="288"/>
            <ac:spMk id="28" creationId="{00000000-0000-0000-0000-000000000000}"/>
          </ac:spMkLst>
        </pc:spChg>
      </pc:sldChg>
      <pc:sldChg chg="addSp delSp modSp add mod ord">
        <pc:chgData name="sonam pelden" userId="2f903a43345a64cb" providerId="LiveId" clId="{436BA98B-5571-47CE-82CC-956A605DEA26}" dt="2026-09-13T13:27:13.205" v="643" actId="255"/>
        <pc:sldMkLst>
          <pc:docMk/>
          <pc:sldMk cId="0" sldId="289"/>
        </pc:sldMkLst>
        <pc:spChg chg="add del mod">
          <ac:chgData name="sonam pelden" userId="2f903a43345a64cb" providerId="LiveId" clId="{436BA98B-5571-47CE-82CC-956A605DEA26}" dt="2026-09-13T13:26:32.752" v="639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13.205" v="643" actId="255"/>
          <ac:spMkLst>
            <pc:docMk/>
            <pc:sldMk cId="0" sldId="289"/>
            <ac:spMk id="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5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6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58.110" v="641" actId="255"/>
          <ac:spMkLst>
            <pc:docMk/>
            <pc:sldMk cId="0" sldId="289"/>
            <ac:spMk id="8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9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7:03.637" v="642" actId="255"/>
          <ac:spMkLst>
            <pc:docMk/>
            <pc:sldMk cId="0" sldId="289"/>
            <ac:spMk id="10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11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12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13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15" creationId="{00000000-0000-0000-0000-000000000000}"/>
          </ac:spMkLst>
        </pc:spChg>
        <pc:spChg chg="mod">
          <ac:chgData name="sonam pelden" userId="2f903a43345a64cb" providerId="LiveId" clId="{436BA98B-5571-47CE-82CC-956A605DEA26}" dt="2026-09-13T13:26:49.743" v="640" actId="255"/>
          <ac:spMkLst>
            <pc:docMk/>
            <pc:sldMk cId="0" sldId="289"/>
            <ac:spMk id="16" creationId="{00000000-0000-0000-0000-000000000000}"/>
          </ac:spMkLst>
        </pc:spChg>
      </pc:sldChg>
    </pc:docChg>
  </pc:docChgLst>
  <pc:docChgLst>
    <pc:chgData name="Charity Gwese" userId="47cf6ea682a7bfa1" providerId="LiveId" clId="{E7309B3C-0CC5-4A93-AA0F-CE276BF7C62E}"/>
    <pc:docChg chg="undo custSel addSld modSld sldOrd">
      <pc:chgData name="Charity Gwese" userId="47cf6ea682a7bfa1" providerId="LiveId" clId="{E7309B3C-0CC5-4A93-AA0F-CE276BF7C62E}" dt="2026-09-12T00:13:27.023" v="634" actId="207"/>
      <pc:docMkLst>
        <pc:docMk/>
      </pc:docMkLst>
      <pc:sldChg chg="addSp delSp modSp new mod ord modClrScheme chgLayout">
        <pc:chgData name="Charity Gwese" userId="47cf6ea682a7bfa1" providerId="LiveId" clId="{E7309B3C-0CC5-4A93-AA0F-CE276BF7C62E}" dt="2026-09-12T00:10:48.935" v="626"/>
        <pc:sldMkLst>
          <pc:docMk/>
          <pc:sldMk cId="3337789029" sldId="256"/>
        </pc:sldMkLst>
        <pc:spChg chg="mod ord">
          <ac:chgData name="Charity Gwese" userId="47cf6ea682a7bfa1" providerId="LiveId" clId="{E7309B3C-0CC5-4A93-AA0F-CE276BF7C62E}" dt="2026-09-11T23:39:09.620" v="244" actId="700"/>
          <ac:spMkLst>
            <pc:docMk/>
            <pc:sldMk cId="3337789029" sldId="256"/>
            <ac:spMk id="2" creationId="{2A419528-92C5-1B1D-810E-5F199FA9E2CF}"/>
          </ac:spMkLst>
        </pc:spChg>
        <pc:spChg chg="add mod">
          <ac:chgData name="Charity Gwese" userId="47cf6ea682a7bfa1" providerId="LiveId" clId="{E7309B3C-0CC5-4A93-AA0F-CE276BF7C62E}" dt="2026-09-11T23:34:53.050" v="216" actId="1076"/>
          <ac:spMkLst>
            <pc:docMk/>
            <pc:sldMk cId="3337789029" sldId="256"/>
            <ac:spMk id="9" creationId="{7B421157-488E-D9AE-91E7-84034AFC56C5}"/>
          </ac:spMkLst>
        </pc:spChg>
        <pc:spChg chg="add mod">
          <ac:chgData name="Charity Gwese" userId="47cf6ea682a7bfa1" providerId="LiveId" clId="{E7309B3C-0CC5-4A93-AA0F-CE276BF7C62E}" dt="2026-09-11T23:34:46.168" v="214" actId="1076"/>
          <ac:spMkLst>
            <pc:docMk/>
            <pc:sldMk cId="3337789029" sldId="256"/>
            <ac:spMk id="10" creationId="{E9F04A71-AD8B-4F19-DE28-58C433C6268D}"/>
          </ac:spMkLst>
        </pc:spChg>
        <pc:spChg chg="add mod">
          <ac:chgData name="Charity Gwese" userId="47cf6ea682a7bfa1" providerId="LiveId" clId="{E7309B3C-0CC5-4A93-AA0F-CE276BF7C62E}" dt="2026-09-11T23:34:57.578" v="217" actId="1076"/>
          <ac:spMkLst>
            <pc:docMk/>
            <pc:sldMk cId="3337789029" sldId="256"/>
            <ac:spMk id="12" creationId="{67125CE7-FB68-7097-B163-1762226E6918}"/>
          </ac:spMkLst>
        </pc:spChg>
        <pc:spChg chg="add mod">
          <ac:chgData name="Charity Gwese" userId="47cf6ea682a7bfa1" providerId="LiveId" clId="{E7309B3C-0CC5-4A93-AA0F-CE276BF7C62E}" dt="2026-09-11T23:35:02.537" v="218" actId="1076"/>
          <ac:spMkLst>
            <pc:docMk/>
            <pc:sldMk cId="3337789029" sldId="256"/>
            <ac:spMk id="14" creationId="{4AC87B1D-D030-F909-8122-B0D5E5AE28C3}"/>
          </ac:spMkLst>
        </pc:spChg>
        <pc:spChg chg="add mod">
          <ac:chgData name="Charity Gwese" userId="47cf6ea682a7bfa1" providerId="LiveId" clId="{E7309B3C-0CC5-4A93-AA0F-CE276BF7C62E}" dt="2026-09-11T23:35:37.887" v="224" actId="14100"/>
          <ac:spMkLst>
            <pc:docMk/>
            <pc:sldMk cId="3337789029" sldId="256"/>
            <ac:spMk id="21" creationId="{C990FE73-0E02-1C34-AA18-42C7B0398CD6}"/>
          </ac:spMkLst>
        </pc:spChg>
        <pc:spChg chg="add mod">
          <ac:chgData name="Charity Gwese" userId="47cf6ea682a7bfa1" providerId="LiveId" clId="{E7309B3C-0CC5-4A93-AA0F-CE276BF7C62E}" dt="2026-09-11T23:37:12.137" v="238" actId="1076"/>
          <ac:spMkLst>
            <pc:docMk/>
            <pc:sldMk cId="3337789029" sldId="256"/>
            <ac:spMk id="22" creationId="{9F8D4248-37D3-8F3B-8CE9-F411F3CFB7C5}"/>
          </ac:spMkLst>
        </pc:spChg>
        <pc:spChg chg="add mod">
          <ac:chgData name="Charity Gwese" userId="47cf6ea682a7bfa1" providerId="LiveId" clId="{E7309B3C-0CC5-4A93-AA0F-CE276BF7C62E}" dt="2026-09-11T23:36:25.448" v="230" actId="1076"/>
          <ac:spMkLst>
            <pc:docMk/>
            <pc:sldMk cId="3337789029" sldId="256"/>
            <ac:spMk id="23" creationId="{21548C28-9857-F6D2-24AE-C17754C13271}"/>
          </ac:spMkLst>
        </pc:spChg>
        <pc:spChg chg="add mod">
          <ac:chgData name="Charity Gwese" userId="47cf6ea682a7bfa1" providerId="LiveId" clId="{E7309B3C-0CC5-4A93-AA0F-CE276BF7C62E}" dt="2026-09-11T23:36:52.678" v="234" actId="14100"/>
          <ac:spMkLst>
            <pc:docMk/>
            <pc:sldMk cId="3337789029" sldId="256"/>
            <ac:spMk id="24" creationId="{13CE467C-923C-975A-ABC2-A10B968A1A18}"/>
          </ac:spMkLst>
        </pc:spChg>
        <pc:spChg chg="add mod">
          <ac:chgData name="Charity Gwese" userId="47cf6ea682a7bfa1" providerId="LiveId" clId="{E7309B3C-0CC5-4A93-AA0F-CE276BF7C62E}" dt="2026-09-11T23:37:37.938" v="241" actId="20577"/>
          <ac:spMkLst>
            <pc:docMk/>
            <pc:sldMk cId="3337789029" sldId="256"/>
            <ac:spMk id="25" creationId="{EB667F95-9F91-A47F-D6CF-2FF8DF03D312}"/>
          </ac:spMkLst>
        </pc:spChg>
        <pc:spChg chg="add mod">
          <ac:chgData name="Charity Gwese" userId="47cf6ea682a7bfa1" providerId="LiveId" clId="{E7309B3C-0CC5-4A93-AA0F-CE276BF7C62E}" dt="2026-09-11T23:37:42.423" v="242" actId="20577"/>
          <ac:spMkLst>
            <pc:docMk/>
            <pc:sldMk cId="3337789029" sldId="256"/>
            <ac:spMk id="26" creationId="{879781F7-7395-4C76-1E8D-E64132D1FDB9}"/>
          </ac:spMkLst>
        </pc:spChg>
        <pc:spChg chg="add mod">
          <ac:chgData name="Charity Gwese" userId="47cf6ea682a7bfa1" providerId="LiveId" clId="{E7309B3C-0CC5-4A93-AA0F-CE276BF7C62E}" dt="2026-09-11T23:37:08.777" v="236" actId="1076"/>
          <ac:spMkLst>
            <pc:docMk/>
            <pc:sldMk cId="3337789029" sldId="256"/>
            <ac:spMk id="33" creationId="{518789BA-1176-240F-0041-A0B5DE90EF39}"/>
          </ac:spMkLst>
        </pc:spChg>
        <pc:spChg chg="add mod">
          <ac:chgData name="Charity Gwese" userId="47cf6ea682a7bfa1" providerId="LiveId" clId="{E7309B3C-0CC5-4A93-AA0F-CE276BF7C62E}" dt="2026-09-11T23:36:43.912" v="232" actId="1076"/>
          <ac:spMkLst>
            <pc:docMk/>
            <pc:sldMk cId="3337789029" sldId="256"/>
            <ac:spMk id="35" creationId="{3C024FC5-42AB-3D7A-1977-B0204D94116B}"/>
          </ac:spMkLst>
        </pc:spChg>
        <pc:spChg chg="add mod">
          <ac:chgData name="Charity Gwese" userId="47cf6ea682a7bfa1" providerId="LiveId" clId="{E7309B3C-0CC5-4A93-AA0F-CE276BF7C62E}" dt="2026-09-11T23:36:35.560" v="231" actId="1076"/>
          <ac:spMkLst>
            <pc:docMk/>
            <pc:sldMk cId="3337789029" sldId="256"/>
            <ac:spMk id="36" creationId="{0FB80FE4-3EFD-D343-8A06-795CFAD5749B}"/>
          </ac:spMkLst>
        </pc:spChg>
        <pc:spChg chg="add mod">
          <ac:chgData name="Charity Gwese" userId="47cf6ea682a7bfa1" providerId="LiveId" clId="{E7309B3C-0CC5-4A93-AA0F-CE276BF7C62E}" dt="2026-09-11T23:37:18.865" v="239" actId="1076"/>
          <ac:spMkLst>
            <pc:docMk/>
            <pc:sldMk cId="3337789029" sldId="256"/>
            <ac:spMk id="37" creationId="{FEDA8B58-0117-94CA-B844-5669742D2EE3}"/>
          </ac:spMkLst>
        </pc:spChg>
        <pc:spChg chg="add mod">
          <ac:chgData name="Charity Gwese" userId="47cf6ea682a7bfa1" providerId="LiveId" clId="{E7309B3C-0CC5-4A93-AA0F-CE276BF7C62E}" dt="2026-09-11T23:37:00.739" v="235" actId="1076"/>
          <ac:spMkLst>
            <pc:docMk/>
            <pc:sldMk cId="3337789029" sldId="256"/>
            <ac:spMk id="38" creationId="{44B83765-B5B6-ADA8-B9B8-14DB7B927DF4}"/>
          </ac:spMkLst>
        </pc:spChg>
        <pc:spChg chg="add mod">
          <ac:chgData name="Charity Gwese" userId="47cf6ea682a7bfa1" providerId="LiveId" clId="{E7309B3C-0CC5-4A93-AA0F-CE276BF7C62E}" dt="2026-09-11T23:37:24.245" v="240" actId="1076"/>
          <ac:spMkLst>
            <pc:docMk/>
            <pc:sldMk cId="3337789029" sldId="256"/>
            <ac:spMk id="39" creationId="{B96F61D1-E691-8440-8957-6E1A75B67F03}"/>
          </ac:spMkLst>
        </pc:spChg>
        <pc:spChg chg="add mod">
          <ac:chgData name="Charity Gwese" userId="47cf6ea682a7bfa1" providerId="LiveId" clId="{E7309B3C-0CC5-4A93-AA0F-CE276BF7C62E}" dt="2026-09-11T23:34:27.753" v="211" actId="255"/>
          <ac:spMkLst>
            <pc:docMk/>
            <pc:sldMk cId="3337789029" sldId="256"/>
            <ac:spMk id="40" creationId="{F511BE41-DB44-D3B1-0D6D-CAF7D7A3BCBD}"/>
          </ac:spMkLst>
        </pc:spChg>
      </pc:sldChg>
      <pc:sldChg chg="addSp delSp modSp new mod modClrScheme chgLayout">
        <pc:chgData name="Charity Gwese" userId="47cf6ea682a7bfa1" providerId="LiveId" clId="{E7309B3C-0CC5-4A93-AA0F-CE276BF7C62E}" dt="2026-09-11T23:53:54.127" v="300" actId="5793"/>
        <pc:sldMkLst>
          <pc:docMk/>
          <pc:sldMk cId="1865661211" sldId="257"/>
        </pc:sldMkLst>
        <pc:spChg chg="add mod ord">
          <ac:chgData name="Charity Gwese" userId="47cf6ea682a7bfa1" providerId="LiveId" clId="{E7309B3C-0CC5-4A93-AA0F-CE276BF7C62E}" dt="2026-09-11T23:48:03.856" v="267" actId="27636"/>
          <ac:spMkLst>
            <pc:docMk/>
            <pc:sldMk cId="1865661211" sldId="257"/>
            <ac:spMk id="5" creationId="{B3BE608F-0140-3045-9240-304F94C6F4F9}"/>
          </ac:spMkLst>
        </pc:spChg>
        <pc:spChg chg="add mod ord">
          <ac:chgData name="Charity Gwese" userId="47cf6ea682a7bfa1" providerId="LiveId" clId="{E7309B3C-0CC5-4A93-AA0F-CE276BF7C62E}" dt="2026-09-11T23:53:54.127" v="300" actId="5793"/>
          <ac:spMkLst>
            <pc:docMk/>
            <pc:sldMk cId="1865661211" sldId="257"/>
            <ac:spMk id="6" creationId="{772798F5-9DB6-171C-EC7E-B018F3892029}"/>
          </ac:spMkLst>
        </pc:spChg>
        <pc:spChg chg="add mod">
          <ac:chgData name="Charity Gwese" userId="47cf6ea682a7bfa1" providerId="LiveId" clId="{E7309B3C-0CC5-4A93-AA0F-CE276BF7C62E}" dt="2026-09-11T23:47:11.195" v="261" actId="207"/>
          <ac:spMkLst>
            <pc:docMk/>
            <pc:sldMk cId="1865661211" sldId="257"/>
            <ac:spMk id="10" creationId="{24B799CC-1332-66F5-C081-BB97DC2AB886}"/>
          </ac:spMkLst>
        </pc:spChg>
        <pc:spChg chg="add mod">
          <ac:chgData name="Charity Gwese" userId="47cf6ea682a7bfa1" providerId="LiveId" clId="{E7309B3C-0CC5-4A93-AA0F-CE276BF7C62E}" dt="2026-09-11T23:51:53.946" v="286" actId="1076"/>
          <ac:spMkLst>
            <pc:docMk/>
            <pc:sldMk cId="1865661211" sldId="257"/>
            <ac:spMk id="15" creationId="{8F82D51A-0B6F-1B10-7CB0-033CCB95C61A}"/>
          </ac:spMkLst>
        </pc:spChg>
        <pc:spChg chg="add mod ord">
          <ac:chgData name="Charity Gwese" userId="47cf6ea682a7bfa1" providerId="LiveId" clId="{E7309B3C-0CC5-4A93-AA0F-CE276BF7C62E}" dt="2026-09-11T23:51:42.353" v="284" actId="167"/>
          <ac:spMkLst>
            <pc:docMk/>
            <pc:sldMk cId="1865661211" sldId="257"/>
            <ac:spMk id="16" creationId="{ED7C5EC4-17BF-620E-9615-897F9C02E6F7}"/>
          </ac:spMkLst>
        </pc:spChg>
        <pc:picChg chg="add mod ord">
          <ac:chgData name="Charity Gwese" userId="47cf6ea682a7bfa1" providerId="LiveId" clId="{E7309B3C-0CC5-4A93-AA0F-CE276BF7C62E}" dt="2026-09-11T23:52:02.760" v="288" actId="1076"/>
          <ac:picMkLst>
            <pc:docMk/>
            <pc:sldMk cId="1865661211" sldId="257"/>
            <ac:picMk id="14" creationId="{A7DA5A79-0567-A0E2-742B-ABD85D204007}"/>
          </ac:picMkLst>
        </pc:picChg>
      </pc:sldChg>
      <pc:sldChg chg="addSp delSp modSp new mod">
        <pc:chgData name="Charity Gwese" userId="47cf6ea682a7bfa1" providerId="LiveId" clId="{E7309B3C-0CC5-4A93-AA0F-CE276BF7C62E}" dt="2026-09-12T00:11:17.455" v="630" actId="27636"/>
        <pc:sldMkLst>
          <pc:docMk/>
          <pc:sldMk cId="3537886712" sldId="258"/>
        </pc:sldMkLst>
        <pc:spChg chg="mod">
          <ac:chgData name="Charity Gwese" userId="47cf6ea682a7bfa1" providerId="LiveId" clId="{E7309B3C-0CC5-4A93-AA0F-CE276BF7C62E}" dt="2026-09-12T00:11:17.455" v="630" actId="27636"/>
          <ac:spMkLst>
            <pc:docMk/>
            <pc:sldMk cId="3537886712" sldId="258"/>
            <ac:spMk id="2" creationId="{E8DE6D7F-5D5A-269C-2500-9C869F7B9B02}"/>
          </ac:spMkLst>
        </pc:spChg>
        <pc:spChg chg="add mod">
          <ac:chgData name="Charity Gwese" userId="47cf6ea682a7bfa1" providerId="LiveId" clId="{E7309B3C-0CC5-4A93-AA0F-CE276BF7C62E}" dt="2026-09-11T23:56:53.209" v="306" actId="207"/>
          <ac:spMkLst>
            <pc:docMk/>
            <pc:sldMk cId="3537886712" sldId="258"/>
            <ac:spMk id="3" creationId="{42D59CA6-2283-7F28-8C66-146613B2F2C9}"/>
          </ac:spMkLst>
        </pc:spChg>
        <pc:spChg chg="add mod">
          <ac:chgData name="Charity Gwese" userId="47cf6ea682a7bfa1" providerId="LiveId" clId="{E7309B3C-0CC5-4A93-AA0F-CE276BF7C62E}" dt="2026-09-11T23:57:45.781" v="318"/>
          <ac:spMkLst>
            <pc:docMk/>
            <pc:sldMk cId="3537886712" sldId="258"/>
            <ac:spMk id="4" creationId="{594DEC77-ABC3-7833-8453-3C2B6EDBF2C3}"/>
          </ac:spMkLst>
        </pc:spChg>
        <pc:spChg chg="add mod">
          <ac:chgData name="Charity Gwese" userId="47cf6ea682a7bfa1" providerId="LiveId" clId="{E7309B3C-0CC5-4A93-AA0F-CE276BF7C62E}" dt="2026-09-11T23:57:03.378" v="311" actId="1076"/>
          <ac:spMkLst>
            <pc:docMk/>
            <pc:sldMk cId="3537886712" sldId="258"/>
            <ac:spMk id="5" creationId="{327C6D81-27F0-E1B2-4379-C3AB00D36867}"/>
          </ac:spMkLst>
        </pc:spChg>
        <pc:spChg chg="add mod">
          <ac:chgData name="Charity Gwese" userId="47cf6ea682a7bfa1" providerId="LiveId" clId="{E7309B3C-0CC5-4A93-AA0F-CE276BF7C62E}" dt="2026-09-11T23:57:21.168" v="315" actId="1076"/>
          <ac:spMkLst>
            <pc:docMk/>
            <pc:sldMk cId="3537886712" sldId="258"/>
            <ac:spMk id="6" creationId="{67CBA884-FB72-E29C-8D6B-078660CD7BC1}"/>
          </ac:spMkLst>
        </pc:spChg>
        <pc:spChg chg="add mod">
          <ac:chgData name="Charity Gwese" userId="47cf6ea682a7bfa1" providerId="LiveId" clId="{E7309B3C-0CC5-4A93-AA0F-CE276BF7C62E}" dt="2026-09-12T00:00:46.796" v="335" actId="14100"/>
          <ac:spMkLst>
            <pc:docMk/>
            <pc:sldMk cId="3537886712" sldId="258"/>
            <ac:spMk id="7" creationId="{9C76C37E-27AB-02A6-7132-F58E0B4A1AEA}"/>
          </ac:spMkLst>
        </pc:spChg>
        <pc:spChg chg="add mod">
          <ac:chgData name="Charity Gwese" userId="47cf6ea682a7bfa1" providerId="LiveId" clId="{E7309B3C-0CC5-4A93-AA0F-CE276BF7C62E}" dt="2026-09-11T23:58:42.803" v="324"/>
          <ac:spMkLst>
            <pc:docMk/>
            <pc:sldMk cId="3537886712" sldId="258"/>
            <ac:spMk id="8" creationId="{46926C6C-2EA8-B8E4-F686-A27E0C927D4A}"/>
          </ac:spMkLst>
        </pc:spChg>
        <pc:spChg chg="add mod">
          <ac:chgData name="Charity Gwese" userId="47cf6ea682a7bfa1" providerId="LiveId" clId="{E7309B3C-0CC5-4A93-AA0F-CE276BF7C62E}" dt="2026-09-12T00:00:35.200" v="332" actId="1076"/>
          <ac:spMkLst>
            <pc:docMk/>
            <pc:sldMk cId="3537886712" sldId="258"/>
            <ac:spMk id="12" creationId="{EDC42ECB-DBC5-E633-B619-B197C073B3F3}"/>
          </ac:spMkLst>
        </pc:spChg>
        <pc:spChg chg="add mod">
          <ac:chgData name="Charity Gwese" userId="47cf6ea682a7bfa1" providerId="LiveId" clId="{E7309B3C-0CC5-4A93-AA0F-CE276BF7C62E}" dt="2026-09-12T00:01:40.648" v="341" actId="14100"/>
          <ac:spMkLst>
            <pc:docMk/>
            <pc:sldMk cId="3537886712" sldId="258"/>
            <ac:spMk id="13" creationId="{B85681E5-BC84-477F-6E37-B5076950D3B9}"/>
          </ac:spMkLst>
        </pc:spChg>
        <pc:spChg chg="add mod">
          <ac:chgData name="Charity Gwese" userId="47cf6ea682a7bfa1" providerId="LiveId" clId="{E7309B3C-0CC5-4A93-AA0F-CE276BF7C62E}" dt="2026-09-12T00:02:13.010" v="345"/>
          <ac:spMkLst>
            <pc:docMk/>
            <pc:sldMk cId="3537886712" sldId="258"/>
            <ac:spMk id="14" creationId="{DEE26DA8-C219-FDFE-AAEF-8BD846E5D2F4}"/>
          </ac:spMkLst>
        </pc:spChg>
        <pc:spChg chg="add mod">
          <ac:chgData name="Charity Gwese" userId="47cf6ea682a7bfa1" providerId="LiveId" clId="{E7309B3C-0CC5-4A93-AA0F-CE276BF7C62E}" dt="2026-09-12T00:03:13.039" v="351" actId="14100"/>
          <ac:spMkLst>
            <pc:docMk/>
            <pc:sldMk cId="3537886712" sldId="258"/>
            <ac:spMk id="15" creationId="{003CB6C7-9232-B7B3-CC9A-7DED3272A84D}"/>
          </ac:spMkLst>
        </pc:spChg>
      </pc:sldChg>
      <pc:sldChg chg="addSp delSp modSp new mod modClrScheme chgLayout">
        <pc:chgData name="Charity Gwese" userId="47cf6ea682a7bfa1" providerId="LiveId" clId="{E7309B3C-0CC5-4A93-AA0F-CE276BF7C62E}" dt="2026-09-12T00:13:27.023" v="634" actId="207"/>
        <pc:sldMkLst>
          <pc:docMk/>
          <pc:sldMk cId="3405442006" sldId="259"/>
        </pc:sldMkLst>
        <pc:spChg chg="del">
          <ac:chgData name="Charity Gwese" userId="47cf6ea682a7bfa1" providerId="LiveId" clId="{E7309B3C-0CC5-4A93-AA0F-CE276BF7C62E}" dt="2026-09-12T00:04:42.896" v="353" actId="700"/>
          <ac:spMkLst>
            <pc:docMk/>
            <pc:sldMk cId="3405442006" sldId="259"/>
            <ac:spMk id="2" creationId="{8E6A0A98-3B4A-3411-6504-488859BDA410}"/>
          </ac:spMkLst>
        </pc:spChg>
        <pc:spChg chg="mod">
          <ac:chgData name="Charity Gwese" userId="47cf6ea682a7bfa1" providerId="LiveId" clId="{E7309B3C-0CC5-4A93-AA0F-CE276BF7C62E}" dt="2026-09-12T00:07:12.837" v="452" actId="21"/>
          <ac:spMkLst>
            <pc:docMk/>
            <pc:sldMk cId="3405442006" sldId="259"/>
            <ac:spMk id="4" creationId="{EC045DC4-BA11-4992-9CFC-C9BC74376A42}"/>
          </ac:spMkLst>
        </pc:spChg>
        <pc:spChg chg="mod">
          <ac:chgData name="Charity Gwese" userId="47cf6ea682a7bfa1" providerId="LiveId" clId="{E7309B3C-0CC5-4A93-AA0F-CE276BF7C62E}" dt="2026-09-12T00:08:48.498" v="569" actId="20577"/>
          <ac:spMkLst>
            <pc:docMk/>
            <pc:sldMk cId="3405442006" sldId="259"/>
            <ac:spMk id="6" creationId="{B6F156EE-CB93-01E5-42C6-A8DE7E14ACFE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10" creationId="{3756EDB9-F24E-82A3-EB9A-C6E07B3A95C1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14" creationId="{57D87A05-5E32-0599-2C2F-1972E7ABEBDC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16" creationId="{9FA65D34-86E8-6DC8-4F6A-E29D3E4EACE8}"/>
          </ac:spMkLst>
        </pc:spChg>
        <pc:spChg chg="mod">
          <ac:chgData name="Charity Gwese" userId="47cf6ea682a7bfa1" providerId="LiveId" clId="{E7309B3C-0CC5-4A93-AA0F-CE276BF7C62E}" dt="2026-09-12T00:05:57.325" v="359" actId="13822"/>
          <ac:spMkLst>
            <pc:docMk/>
            <pc:sldMk cId="3405442006" sldId="259"/>
            <ac:spMk id="18" creationId="{8BE1BE68-0717-9226-B406-EBA34427D473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22" creationId="{52622D12-86C9-52DF-F4CC-D385D7305A27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32" creationId="{ABAC0463-F263-7ACD-2B8C-7AA637E81828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46" creationId="{BD29BDBB-C66E-83AC-5232-A9FC9B974BFC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48" creationId="{7E4FC70A-B157-6DBF-D407-33012E213874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50" creationId="{AB883AC2-B544-A791-8916-712E68E50CD2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60" creationId="{26F4F9A4-A9E7-63BE-78B7-393056CC950D}"/>
          </ac:spMkLst>
        </pc:spChg>
        <pc:spChg chg="add">
          <ac:chgData name="Charity Gwese" userId="47cf6ea682a7bfa1" providerId="LiveId" clId="{E7309B3C-0CC5-4A93-AA0F-CE276BF7C62E}" dt="2026-09-12T00:04:46.011" v="354" actId="22"/>
          <ac:spMkLst>
            <pc:docMk/>
            <pc:sldMk cId="3405442006" sldId="259"/>
            <ac:spMk id="70" creationId="{A6E04458-58D4-172B-85CB-FFA182F32EB0}"/>
          </ac:spMkLst>
        </pc:spChg>
        <pc:spChg chg="mod">
          <ac:chgData name="Charity Gwese" userId="47cf6ea682a7bfa1" providerId="LiveId" clId="{E7309B3C-0CC5-4A93-AA0F-CE276BF7C62E}" dt="2026-09-12T00:13:27.023" v="634" actId="207"/>
          <ac:spMkLst>
            <pc:docMk/>
            <pc:sldMk cId="3405442006" sldId="259"/>
            <ac:spMk id="80" creationId="{CB4408B2-337B-B68D-DE3F-00B5EFD660ED}"/>
          </ac:spMkLst>
        </pc:spChg>
        <pc:spChg chg="del">
          <ac:chgData name="Charity Gwese" userId="47cf6ea682a7bfa1" providerId="LiveId" clId="{E7309B3C-0CC5-4A93-AA0F-CE276BF7C62E}" dt="2026-09-12T00:05:31.879" v="357" actId="21"/>
          <ac:spMkLst>
            <pc:docMk/>
            <pc:sldMk cId="3405442006" sldId="259"/>
            <ac:spMk id="82" creationId="{0FF1A879-5CE0-67D8-C281-D248CD8D3EFF}"/>
          </ac:spMkLst>
        </pc:spChg>
        <pc:spChg chg="add del mod">
          <ac:chgData name="Charity Gwese" userId="47cf6ea682a7bfa1" providerId="LiveId" clId="{E7309B3C-0CC5-4A93-AA0F-CE276BF7C62E}" dt="2026-09-12T00:09:17.384" v="572" actId="478"/>
          <ac:spMkLst>
            <pc:docMk/>
            <pc:sldMk cId="3405442006" sldId="259"/>
            <ac:spMk id="83" creationId="{0DD64C6C-A4FB-173F-B222-7AE5A38E2383}"/>
          </ac:spMkLst>
        </pc:spChg>
        <pc:spChg chg="add mod">
          <ac:chgData name="Charity Gwese" userId="47cf6ea682a7bfa1" providerId="LiveId" clId="{E7309B3C-0CC5-4A93-AA0F-CE276BF7C62E}" dt="2026-09-12T00:10:24.997" v="624" actId="255"/>
          <ac:spMkLst>
            <pc:docMk/>
            <pc:sldMk cId="3405442006" sldId="259"/>
            <ac:spMk id="84" creationId="{B2421EC2-20F3-70AB-343E-9B0D2B71FEB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340E2A-7014-4389-A60E-315ACE56C465}" type="doc">
      <dgm:prSet loTypeId="urn:microsoft.com/office/officeart/2018/2/layout/IconCircleList" loCatId="icon" qsTypeId="urn:microsoft.com/office/officeart/2005/8/quickstyle/simple1#9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9400A48-94E1-49A6-AD03-15F4EA6437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b="1" dirty="0"/>
            <a:t>Primary End-Users:</a:t>
          </a:r>
          <a:r>
            <a:rPr lang="en-GB" sz="1400" b="0" dirty="0"/>
            <a:t> Grants controlled system access specifically to authorized MedTalk Connect engineering teams and testing personnel – Doctors as actors in testing env.</a:t>
          </a:r>
          <a:endParaRPr lang="en-US" sz="1400" dirty="0"/>
        </a:p>
      </dgm:t>
    </dgm:pt>
    <dgm:pt modelId="{A3EB10C6-3E7B-458E-855D-1BCD0F635DF7}" type="parTrans" cxnId="{BF2681B2-373D-4A5A-BC8A-E7375EAB3C56}">
      <dgm:prSet/>
      <dgm:spPr/>
      <dgm:t>
        <a:bodyPr/>
        <a:lstStyle/>
        <a:p>
          <a:endParaRPr lang="en-US"/>
        </a:p>
      </dgm:t>
    </dgm:pt>
    <dgm:pt modelId="{C18C1E24-E986-4D6D-A0F5-610BC51F56B9}" type="sibTrans" cxnId="{BF2681B2-373D-4A5A-BC8A-E7375EAB3C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5A30E1-BB67-4187-A947-B90F61127D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b="1" dirty="0"/>
            <a:t>Data Generation Pipeline:</a:t>
          </a:r>
          <a:r>
            <a:rPr lang="en-GB" sz="1400" b="0" dirty="0"/>
            <a:t> Powers scenario building by generating synthetic patient demographics and clinical encounter profiles stripped of realistic patient identifiers.</a:t>
          </a:r>
          <a:endParaRPr lang="en-US" sz="1400" dirty="0"/>
        </a:p>
      </dgm:t>
    </dgm:pt>
    <dgm:pt modelId="{BB2700BD-64FD-49A4-AF70-09A4FA872CD3}" type="parTrans" cxnId="{48026451-42A3-4F88-81FD-4679CA88EDE8}">
      <dgm:prSet/>
      <dgm:spPr/>
      <dgm:t>
        <a:bodyPr/>
        <a:lstStyle/>
        <a:p>
          <a:endParaRPr lang="en-US"/>
        </a:p>
      </dgm:t>
    </dgm:pt>
    <dgm:pt modelId="{31E0C693-903D-4F03-A824-F94F96AAAAFB}" type="sibTrans" cxnId="{48026451-42A3-4F88-81FD-4679CA88ED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1AD417-82E9-45AF-B739-B0035FF12B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b="1" dirty="0"/>
            <a:t>Validation &amp; Compliance:</a:t>
          </a:r>
          <a:r>
            <a:rPr lang="en-GB" sz="1400" b="0" dirty="0"/>
            <a:t> Routes generated records through strict validation control checks to guarantee compliance with synthetic constraints prior to testing.</a:t>
          </a:r>
          <a:endParaRPr lang="en-US" sz="1400" dirty="0"/>
        </a:p>
      </dgm:t>
    </dgm:pt>
    <dgm:pt modelId="{5C807F8D-4A40-483C-8CB9-872DC11AD9FF}" type="parTrans" cxnId="{328CC764-B07A-4437-ABE5-62724E9F1BE3}">
      <dgm:prSet/>
      <dgm:spPr/>
      <dgm:t>
        <a:bodyPr/>
        <a:lstStyle/>
        <a:p>
          <a:endParaRPr lang="en-US"/>
        </a:p>
      </dgm:t>
    </dgm:pt>
    <dgm:pt modelId="{61FE582F-386C-4918-B08A-96D1C001BC0B}" type="sibTrans" cxnId="{328CC764-B07A-4437-ABE5-62724E9F1B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267DFE-C46B-44AB-9658-F774D8F4B3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b="1" dirty="0"/>
            <a:t>Interoperability Testing Layer:</a:t>
          </a:r>
          <a:r>
            <a:rPr lang="en-GB" sz="1400" b="0" dirty="0"/>
            <a:t> Transforms validated datasets into FHIR R4 objects and simulated HL7 v2 messages to feed the downstream test execution engines.</a:t>
          </a:r>
          <a:endParaRPr lang="en-US" sz="1400" dirty="0"/>
        </a:p>
      </dgm:t>
    </dgm:pt>
    <dgm:pt modelId="{7E308478-9E00-4F42-825F-58B42CDFAAEB}" type="parTrans" cxnId="{088B1375-736E-4C0A-AA19-CA0B690A57F1}">
      <dgm:prSet/>
      <dgm:spPr/>
      <dgm:t>
        <a:bodyPr/>
        <a:lstStyle/>
        <a:p>
          <a:endParaRPr lang="en-US"/>
        </a:p>
      </dgm:t>
    </dgm:pt>
    <dgm:pt modelId="{12EF8E73-338C-4683-B4B5-33496F47E2CF}" type="sibTrans" cxnId="{088B1375-736E-4C0A-AA19-CA0B690A57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430AF8-79A9-4328-9007-F846A68F57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b="1" dirty="0"/>
            <a:t>Terminology Mapping Matrix:</a:t>
          </a:r>
          <a:r>
            <a:rPr lang="en-GB" sz="1400" b="0" dirty="0"/>
            <a:t> Evaluates translation chains by mapping representative clinical concepts across SNOMED CT-AU, ICD-10-AM, and MBS code systems.</a:t>
          </a:r>
          <a:endParaRPr lang="en-US" sz="1400" dirty="0"/>
        </a:p>
      </dgm:t>
    </dgm:pt>
    <dgm:pt modelId="{FBBDD178-F72C-4BFE-A262-238196C0EE5B}" type="parTrans" cxnId="{744AFE24-5D52-468D-BC79-8B26A1C2203B}">
      <dgm:prSet/>
      <dgm:spPr/>
      <dgm:t>
        <a:bodyPr/>
        <a:lstStyle/>
        <a:p>
          <a:endParaRPr lang="en-US"/>
        </a:p>
      </dgm:t>
    </dgm:pt>
    <dgm:pt modelId="{6839ACF8-59FC-48D2-B1C0-3A433FFEAC33}" type="sibTrans" cxnId="{744AFE24-5D52-468D-BC79-8B26A1C220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6E051F-91A2-47BE-BF08-059E2CF529BF}" type="pres">
      <dgm:prSet presAssocID="{B5340E2A-7014-4389-A60E-315ACE56C465}" presName="root" presStyleCnt="0">
        <dgm:presLayoutVars>
          <dgm:dir/>
          <dgm:resizeHandles val="exact"/>
        </dgm:presLayoutVars>
      </dgm:prSet>
      <dgm:spPr/>
    </dgm:pt>
    <dgm:pt modelId="{C5996D89-EB69-418B-8D86-861D043A9ECA}" type="pres">
      <dgm:prSet presAssocID="{B5340E2A-7014-4389-A60E-315ACE56C465}" presName="container" presStyleCnt="0">
        <dgm:presLayoutVars>
          <dgm:dir/>
          <dgm:resizeHandles val="exact"/>
        </dgm:presLayoutVars>
      </dgm:prSet>
      <dgm:spPr/>
    </dgm:pt>
    <dgm:pt modelId="{B95575D8-8203-4843-9BA4-A03029A36C97}" type="pres">
      <dgm:prSet presAssocID="{D9400A48-94E1-49A6-AD03-15F4EA6437B4}" presName="compNode" presStyleCnt="0"/>
      <dgm:spPr/>
    </dgm:pt>
    <dgm:pt modelId="{653D37C2-448E-4A64-A3DC-65F2F2538F67}" type="pres">
      <dgm:prSet presAssocID="{D9400A48-94E1-49A6-AD03-15F4EA6437B4}" presName="iconBgRect" presStyleLbl="bgShp" presStyleIdx="0" presStyleCnt="5" custLinFactNeighborX="802" custLinFactNeighborY="3537"/>
      <dgm:spPr>
        <a:solidFill>
          <a:srgbClr val="002060"/>
        </a:solidFill>
      </dgm:spPr>
    </dgm:pt>
    <dgm:pt modelId="{487809B1-CC05-4C6E-97B8-26A38E9755CA}" type="pres">
      <dgm:prSet presAssocID="{D9400A48-94E1-49A6-AD03-15F4EA6437B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9996606-1E0A-495E-A3A1-9D8652588734}" type="pres">
      <dgm:prSet presAssocID="{D9400A48-94E1-49A6-AD03-15F4EA6437B4}" presName="spaceRect" presStyleCnt="0"/>
      <dgm:spPr/>
    </dgm:pt>
    <dgm:pt modelId="{BC238429-BA80-4DB8-B582-F1FEE34DD371}" type="pres">
      <dgm:prSet presAssocID="{D9400A48-94E1-49A6-AD03-15F4EA6437B4}" presName="textRect" presStyleLbl="revTx" presStyleIdx="0" presStyleCnt="5">
        <dgm:presLayoutVars>
          <dgm:chMax val="1"/>
          <dgm:chPref val="1"/>
        </dgm:presLayoutVars>
      </dgm:prSet>
      <dgm:spPr/>
    </dgm:pt>
    <dgm:pt modelId="{19EA6489-C952-4D16-A7D3-7CDD2FC69A8D}" type="pres">
      <dgm:prSet presAssocID="{C18C1E24-E986-4D6D-A0F5-610BC51F56B9}" presName="sibTrans" presStyleLbl="sibTrans2D1" presStyleIdx="0" presStyleCnt="0"/>
      <dgm:spPr/>
    </dgm:pt>
    <dgm:pt modelId="{2766D2FF-9E36-4F8E-B8B7-0A0EF9DE179B}" type="pres">
      <dgm:prSet presAssocID="{755A30E1-BB67-4187-A947-B90F61127D6D}" presName="compNode" presStyleCnt="0"/>
      <dgm:spPr/>
    </dgm:pt>
    <dgm:pt modelId="{1FC8FEAA-412E-40BF-A99D-390AD6360777}" type="pres">
      <dgm:prSet presAssocID="{755A30E1-BB67-4187-A947-B90F61127D6D}" presName="iconBgRect" presStyleLbl="bgShp" presStyleIdx="1" presStyleCnt="5"/>
      <dgm:spPr>
        <a:solidFill>
          <a:srgbClr val="002060"/>
        </a:solidFill>
      </dgm:spPr>
    </dgm:pt>
    <dgm:pt modelId="{DDD808FD-E1CD-414C-BF48-5364E71F7778}" type="pres">
      <dgm:prSet presAssocID="{755A30E1-BB67-4187-A947-B90F61127D6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3998C0A-9975-4BA4-8B3E-2C82D9998213}" type="pres">
      <dgm:prSet presAssocID="{755A30E1-BB67-4187-A947-B90F61127D6D}" presName="spaceRect" presStyleCnt="0"/>
      <dgm:spPr/>
    </dgm:pt>
    <dgm:pt modelId="{35DE5219-0159-4508-8A1B-EB976D98E48C}" type="pres">
      <dgm:prSet presAssocID="{755A30E1-BB67-4187-A947-B90F61127D6D}" presName="textRect" presStyleLbl="revTx" presStyleIdx="1" presStyleCnt="5">
        <dgm:presLayoutVars>
          <dgm:chMax val="1"/>
          <dgm:chPref val="1"/>
        </dgm:presLayoutVars>
      </dgm:prSet>
      <dgm:spPr/>
    </dgm:pt>
    <dgm:pt modelId="{1A18CA3E-1A16-4D41-8FBC-73975BD4F510}" type="pres">
      <dgm:prSet presAssocID="{31E0C693-903D-4F03-A824-F94F96AAAAFB}" presName="sibTrans" presStyleLbl="sibTrans2D1" presStyleIdx="0" presStyleCnt="0"/>
      <dgm:spPr/>
    </dgm:pt>
    <dgm:pt modelId="{514E73BC-0D83-4731-80B3-EDE9D803ABA5}" type="pres">
      <dgm:prSet presAssocID="{FA1AD417-82E9-45AF-B739-B0035FF12B5C}" presName="compNode" presStyleCnt="0"/>
      <dgm:spPr/>
    </dgm:pt>
    <dgm:pt modelId="{35B1C247-8733-4300-A8E6-62C60918D054}" type="pres">
      <dgm:prSet presAssocID="{FA1AD417-82E9-45AF-B739-B0035FF12B5C}" presName="iconBgRect" presStyleLbl="bgShp" presStyleIdx="2" presStyleCnt="5"/>
      <dgm:spPr>
        <a:solidFill>
          <a:srgbClr val="002060"/>
        </a:solidFill>
      </dgm:spPr>
    </dgm:pt>
    <dgm:pt modelId="{C05F9704-36E5-4FEE-86C2-8682C38F7BA6}" type="pres">
      <dgm:prSet presAssocID="{FA1AD417-82E9-45AF-B739-B0035FF12B5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spray"/>
        </a:ext>
      </dgm:extLst>
    </dgm:pt>
    <dgm:pt modelId="{0B5D88D5-1F86-4515-BA26-9E98533DA81C}" type="pres">
      <dgm:prSet presAssocID="{FA1AD417-82E9-45AF-B739-B0035FF12B5C}" presName="spaceRect" presStyleCnt="0"/>
      <dgm:spPr/>
    </dgm:pt>
    <dgm:pt modelId="{3B44F832-83D3-4C53-B84B-8BF79AC2BEE5}" type="pres">
      <dgm:prSet presAssocID="{FA1AD417-82E9-45AF-B739-B0035FF12B5C}" presName="textRect" presStyleLbl="revTx" presStyleIdx="2" presStyleCnt="5">
        <dgm:presLayoutVars>
          <dgm:chMax val="1"/>
          <dgm:chPref val="1"/>
        </dgm:presLayoutVars>
      </dgm:prSet>
      <dgm:spPr/>
    </dgm:pt>
    <dgm:pt modelId="{9F22610E-F8A2-455E-AB61-6CA7DD4A3FA1}" type="pres">
      <dgm:prSet presAssocID="{61FE582F-386C-4918-B08A-96D1C001BC0B}" presName="sibTrans" presStyleLbl="sibTrans2D1" presStyleIdx="0" presStyleCnt="0"/>
      <dgm:spPr/>
    </dgm:pt>
    <dgm:pt modelId="{74441B53-0586-4CB4-B6A4-BF6A7C45A275}" type="pres">
      <dgm:prSet presAssocID="{4D267DFE-C46B-44AB-9658-F774D8F4B3D0}" presName="compNode" presStyleCnt="0"/>
      <dgm:spPr/>
    </dgm:pt>
    <dgm:pt modelId="{9B15AE07-FFBE-451B-ABEF-C783FFD5449C}" type="pres">
      <dgm:prSet presAssocID="{4D267DFE-C46B-44AB-9658-F774D8F4B3D0}" presName="iconBgRect" presStyleLbl="bgShp" presStyleIdx="3" presStyleCnt="5"/>
      <dgm:spPr>
        <a:solidFill>
          <a:srgbClr val="002060"/>
        </a:solidFill>
      </dgm:spPr>
    </dgm:pt>
    <dgm:pt modelId="{052B3D2A-70EC-4851-A305-985B96EE015B}" type="pres">
      <dgm:prSet presAssocID="{4D267DFE-C46B-44AB-9658-F774D8F4B3D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0962786-CAB2-4C2D-8196-CEF1225C352A}" type="pres">
      <dgm:prSet presAssocID="{4D267DFE-C46B-44AB-9658-F774D8F4B3D0}" presName="spaceRect" presStyleCnt="0"/>
      <dgm:spPr/>
    </dgm:pt>
    <dgm:pt modelId="{55412337-FA0E-420E-8FED-854978F87E72}" type="pres">
      <dgm:prSet presAssocID="{4D267DFE-C46B-44AB-9658-F774D8F4B3D0}" presName="textRect" presStyleLbl="revTx" presStyleIdx="3" presStyleCnt="5">
        <dgm:presLayoutVars>
          <dgm:chMax val="1"/>
          <dgm:chPref val="1"/>
        </dgm:presLayoutVars>
      </dgm:prSet>
      <dgm:spPr/>
    </dgm:pt>
    <dgm:pt modelId="{872AFB9D-26BF-4FDA-97E7-47D100C411A4}" type="pres">
      <dgm:prSet presAssocID="{12EF8E73-338C-4683-B4B5-33496F47E2CF}" presName="sibTrans" presStyleLbl="sibTrans2D1" presStyleIdx="0" presStyleCnt="0"/>
      <dgm:spPr/>
    </dgm:pt>
    <dgm:pt modelId="{BB9956EE-5F9D-49F3-8359-0FF338D5DECF}" type="pres">
      <dgm:prSet presAssocID="{F1430AF8-79A9-4328-9007-F846A68F57FC}" presName="compNode" presStyleCnt="0"/>
      <dgm:spPr/>
    </dgm:pt>
    <dgm:pt modelId="{20AA99D1-6B05-417F-A014-2AAC047B1B31}" type="pres">
      <dgm:prSet presAssocID="{F1430AF8-79A9-4328-9007-F846A68F57FC}" presName="iconBgRect" presStyleLbl="bgShp" presStyleIdx="4" presStyleCnt="5"/>
      <dgm:spPr>
        <a:solidFill>
          <a:srgbClr val="002060"/>
        </a:solidFill>
      </dgm:spPr>
    </dgm:pt>
    <dgm:pt modelId="{454F7A8E-9180-4D86-B0CD-AD67BF42790F}" type="pres">
      <dgm:prSet presAssocID="{F1430AF8-79A9-4328-9007-F846A68F57F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DE09FA3-EAEB-49C5-9670-2DDB18E79B41}" type="pres">
      <dgm:prSet presAssocID="{F1430AF8-79A9-4328-9007-F846A68F57FC}" presName="spaceRect" presStyleCnt="0"/>
      <dgm:spPr/>
    </dgm:pt>
    <dgm:pt modelId="{DFAB4428-E82F-420D-B209-826BA757EB9D}" type="pres">
      <dgm:prSet presAssocID="{F1430AF8-79A9-4328-9007-F846A68F57F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44AFE24-5D52-468D-BC79-8B26A1C2203B}" srcId="{B5340E2A-7014-4389-A60E-315ACE56C465}" destId="{F1430AF8-79A9-4328-9007-F846A68F57FC}" srcOrd="4" destOrd="0" parTransId="{FBBDD178-F72C-4BFE-A262-238196C0EE5B}" sibTransId="{6839ACF8-59FC-48D2-B1C0-3A433FFEAC33}"/>
    <dgm:cxn modelId="{4DA88428-4315-AE40-A92B-1A9DE1CDA6C1}" type="presOf" srcId="{FA1AD417-82E9-45AF-B739-B0035FF12B5C}" destId="{3B44F832-83D3-4C53-B84B-8BF79AC2BEE5}" srcOrd="0" destOrd="0" presId="urn:microsoft.com/office/officeart/2018/2/layout/IconCircleList"/>
    <dgm:cxn modelId="{492F2161-9383-F841-9BDE-DD4E511B3624}" type="presOf" srcId="{C18C1E24-E986-4D6D-A0F5-610BC51F56B9}" destId="{19EA6489-C952-4D16-A7D3-7CDD2FC69A8D}" srcOrd="0" destOrd="0" presId="urn:microsoft.com/office/officeart/2018/2/layout/IconCircleList"/>
    <dgm:cxn modelId="{3E288543-5E97-994A-94F4-BB2DAE2E9B60}" type="presOf" srcId="{12EF8E73-338C-4683-B4B5-33496F47E2CF}" destId="{872AFB9D-26BF-4FDA-97E7-47D100C411A4}" srcOrd="0" destOrd="0" presId="urn:microsoft.com/office/officeart/2018/2/layout/IconCircleList"/>
    <dgm:cxn modelId="{328CC764-B07A-4437-ABE5-62724E9F1BE3}" srcId="{B5340E2A-7014-4389-A60E-315ACE56C465}" destId="{FA1AD417-82E9-45AF-B739-B0035FF12B5C}" srcOrd="2" destOrd="0" parTransId="{5C807F8D-4A40-483C-8CB9-872DC11AD9FF}" sibTransId="{61FE582F-386C-4918-B08A-96D1C001BC0B}"/>
    <dgm:cxn modelId="{DD056046-D75E-2640-9451-4388E5F9B127}" type="presOf" srcId="{4D267DFE-C46B-44AB-9658-F774D8F4B3D0}" destId="{55412337-FA0E-420E-8FED-854978F87E72}" srcOrd="0" destOrd="0" presId="urn:microsoft.com/office/officeart/2018/2/layout/IconCircleList"/>
    <dgm:cxn modelId="{48026451-42A3-4F88-81FD-4679CA88EDE8}" srcId="{B5340E2A-7014-4389-A60E-315ACE56C465}" destId="{755A30E1-BB67-4187-A947-B90F61127D6D}" srcOrd="1" destOrd="0" parTransId="{BB2700BD-64FD-49A4-AF70-09A4FA872CD3}" sibTransId="{31E0C693-903D-4F03-A824-F94F96AAAAFB}"/>
    <dgm:cxn modelId="{088B1375-736E-4C0A-AA19-CA0B690A57F1}" srcId="{B5340E2A-7014-4389-A60E-315ACE56C465}" destId="{4D267DFE-C46B-44AB-9658-F774D8F4B3D0}" srcOrd="3" destOrd="0" parTransId="{7E308478-9E00-4F42-825F-58B42CDFAAEB}" sibTransId="{12EF8E73-338C-4683-B4B5-33496F47E2CF}"/>
    <dgm:cxn modelId="{13DCD298-D4BD-3D42-AD80-92A7F839CA98}" type="presOf" srcId="{B5340E2A-7014-4389-A60E-315ACE56C465}" destId="{756E051F-91A2-47BE-BF08-059E2CF529BF}" srcOrd="0" destOrd="0" presId="urn:microsoft.com/office/officeart/2018/2/layout/IconCircleList"/>
    <dgm:cxn modelId="{00DAFBA5-A7FA-E34D-9539-F688D2D33094}" type="presOf" srcId="{755A30E1-BB67-4187-A947-B90F61127D6D}" destId="{35DE5219-0159-4508-8A1B-EB976D98E48C}" srcOrd="0" destOrd="0" presId="urn:microsoft.com/office/officeart/2018/2/layout/IconCircleList"/>
    <dgm:cxn modelId="{BF2681B2-373D-4A5A-BC8A-E7375EAB3C56}" srcId="{B5340E2A-7014-4389-A60E-315ACE56C465}" destId="{D9400A48-94E1-49A6-AD03-15F4EA6437B4}" srcOrd="0" destOrd="0" parTransId="{A3EB10C6-3E7B-458E-855D-1BCD0F635DF7}" sibTransId="{C18C1E24-E986-4D6D-A0F5-610BC51F56B9}"/>
    <dgm:cxn modelId="{150013BF-857F-A14A-9340-8201226A7C51}" type="presOf" srcId="{61FE582F-386C-4918-B08A-96D1C001BC0B}" destId="{9F22610E-F8A2-455E-AB61-6CA7DD4A3FA1}" srcOrd="0" destOrd="0" presId="urn:microsoft.com/office/officeart/2018/2/layout/IconCircleList"/>
    <dgm:cxn modelId="{4D4D29C9-B7B1-584C-B429-0C8CD83A31BD}" type="presOf" srcId="{D9400A48-94E1-49A6-AD03-15F4EA6437B4}" destId="{BC238429-BA80-4DB8-B582-F1FEE34DD371}" srcOrd="0" destOrd="0" presId="urn:microsoft.com/office/officeart/2018/2/layout/IconCircleList"/>
    <dgm:cxn modelId="{32697CCD-DC27-2F48-B431-629DCDB3EC97}" type="presOf" srcId="{31E0C693-903D-4F03-A824-F94F96AAAAFB}" destId="{1A18CA3E-1A16-4D41-8FBC-73975BD4F510}" srcOrd="0" destOrd="0" presId="urn:microsoft.com/office/officeart/2018/2/layout/IconCircleList"/>
    <dgm:cxn modelId="{20178ED4-76E2-734E-8B0C-429A83959140}" type="presOf" srcId="{F1430AF8-79A9-4328-9007-F846A68F57FC}" destId="{DFAB4428-E82F-420D-B209-826BA757EB9D}" srcOrd="0" destOrd="0" presId="urn:microsoft.com/office/officeart/2018/2/layout/IconCircleList"/>
    <dgm:cxn modelId="{A4F4E8B9-6886-A74B-9B1D-64B77BD4217A}" type="presParOf" srcId="{756E051F-91A2-47BE-BF08-059E2CF529BF}" destId="{C5996D89-EB69-418B-8D86-861D043A9ECA}" srcOrd="0" destOrd="0" presId="urn:microsoft.com/office/officeart/2018/2/layout/IconCircleList"/>
    <dgm:cxn modelId="{1F0100FD-AAB9-5E41-AE79-B34AFECBFE55}" type="presParOf" srcId="{C5996D89-EB69-418B-8D86-861D043A9ECA}" destId="{B95575D8-8203-4843-9BA4-A03029A36C97}" srcOrd="0" destOrd="0" presId="urn:microsoft.com/office/officeart/2018/2/layout/IconCircleList"/>
    <dgm:cxn modelId="{E4FB06DF-AA66-B74D-9BDA-A62B3C9AA072}" type="presParOf" srcId="{B95575D8-8203-4843-9BA4-A03029A36C97}" destId="{653D37C2-448E-4A64-A3DC-65F2F2538F67}" srcOrd="0" destOrd="0" presId="urn:microsoft.com/office/officeart/2018/2/layout/IconCircleList"/>
    <dgm:cxn modelId="{7A473D46-746D-1540-BBE4-924AD5C03256}" type="presParOf" srcId="{B95575D8-8203-4843-9BA4-A03029A36C97}" destId="{487809B1-CC05-4C6E-97B8-26A38E9755CA}" srcOrd="1" destOrd="0" presId="urn:microsoft.com/office/officeart/2018/2/layout/IconCircleList"/>
    <dgm:cxn modelId="{BFC6B3BE-F5AE-0B42-9F84-87B9C96D323A}" type="presParOf" srcId="{B95575D8-8203-4843-9BA4-A03029A36C97}" destId="{A9996606-1E0A-495E-A3A1-9D8652588734}" srcOrd="2" destOrd="0" presId="urn:microsoft.com/office/officeart/2018/2/layout/IconCircleList"/>
    <dgm:cxn modelId="{5C7A4DF0-FDDD-7B4F-8092-BFEA5F490C3E}" type="presParOf" srcId="{B95575D8-8203-4843-9BA4-A03029A36C97}" destId="{BC238429-BA80-4DB8-B582-F1FEE34DD371}" srcOrd="3" destOrd="0" presId="urn:microsoft.com/office/officeart/2018/2/layout/IconCircleList"/>
    <dgm:cxn modelId="{F54B6099-54EB-2541-9BBB-428C6F0575E1}" type="presParOf" srcId="{C5996D89-EB69-418B-8D86-861D043A9ECA}" destId="{19EA6489-C952-4D16-A7D3-7CDD2FC69A8D}" srcOrd="1" destOrd="0" presId="urn:microsoft.com/office/officeart/2018/2/layout/IconCircleList"/>
    <dgm:cxn modelId="{3D1E9740-BD22-3849-9374-6F43D7E5C5CA}" type="presParOf" srcId="{C5996D89-EB69-418B-8D86-861D043A9ECA}" destId="{2766D2FF-9E36-4F8E-B8B7-0A0EF9DE179B}" srcOrd="2" destOrd="0" presId="urn:microsoft.com/office/officeart/2018/2/layout/IconCircleList"/>
    <dgm:cxn modelId="{879C9552-E060-6D40-8B9B-574531A90B5C}" type="presParOf" srcId="{2766D2FF-9E36-4F8E-B8B7-0A0EF9DE179B}" destId="{1FC8FEAA-412E-40BF-A99D-390AD6360777}" srcOrd="0" destOrd="0" presId="urn:microsoft.com/office/officeart/2018/2/layout/IconCircleList"/>
    <dgm:cxn modelId="{A744D289-31F1-274F-BA58-A9C74E7AA3BD}" type="presParOf" srcId="{2766D2FF-9E36-4F8E-B8B7-0A0EF9DE179B}" destId="{DDD808FD-E1CD-414C-BF48-5364E71F7778}" srcOrd="1" destOrd="0" presId="urn:microsoft.com/office/officeart/2018/2/layout/IconCircleList"/>
    <dgm:cxn modelId="{63479579-5779-6A48-9DC8-27CDA48BB7E2}" type="presParOf" srcId="{2766D2FF-9E36-4F8E-B8B7-0A0EF9DE179B}" destId="{E3998C0A-9975-4BA4-8B3E-2C82D9998213}" srcOrd="2" destOrd="0" presId="urn:microsoft.com/office/officeart/2018/2/layout/IconCircleList"/>
    <dgm:cxn modelId="{5362B15E-5BDA-D04E-B2E6-F56766DCF30B}" type="presParOf" srcId="{2766D2FF-9E36-4F8E-B8B7-0A0EF9DE179B}" destId="{35DE5219-0159-4508-8A1B-EB976D98E48C}" srcOrd="3" destOrd="0" presId="urn:microsoft.com/office/officeart/2018/2/layout/IconCircleList"/>
    <dgm:cxn modelId="{43F3F855-0BBE-9443-90E3-8B3FE4889C7F}" type="presParOf" srcId="{C5996D89-EB69-418B-8D86-861D043A9ECA}" destId="{1A18CA3E-1A16-4D41-8FBC-73975BD4F510}" srcOrd="3" destOrd="0" presId="urn:microsoft.com/office/officeart/2018/2/layout/IconCircleList"/>
    <dgm:cxn modelId="{C09BB5EF-8E5E-7643-A907-CDACF85E15DE}" type="presParOf" srcId="{C5996D89-EB69-418B-8D86-861D043A9ECA}" destId="{514E73BC-0D83-4731-80B3-EDE9D803ABA5}" srcOrd="4" destOrd="0" presId="urn:microsoft.com/office/officeart/2018/2/layout/IconCircleList"/>
    <dgm:cxn modelId="{AF267193-926F-7D40-A24E-D540EA6CB6F0}" type="presParOf" srcId="{514E73BC-0D83-4731-80B3-EDE9D803ABA5}" destId="{35B1C247-8733-4300-A8E6-62C60918D054}" srcOrd="0" destOrd="0" presId="urn:microsoft.com/office/officeart/2018/2/layout/IconCircleList"/>
    <dgm:cxn modelId="{AB0E21B4-1DDB-414E-AC33-51C94998CCA8}" type="presParOf" srcId="{514E73BC-0D83-4731-80B3-EDE9D803ABA5}" destId="{C05F9704-36E5-4FEE-86C2-8682C38F7BA6}" srcOrd="1" destOrd="0" presId="urn:microsoft.com/office/officeart/2018/2/layout/IconCircleList"/>
    <dgm:cxn modelId="{B924A948-805D-C44B-8DF9-0BD3C18B02E9}" type="presParOf" srcId="{514E73BC-0D83-4731-80B3-EDE9D803ABA5}" destId="{0B5D88D5-1F86-4515-BA26-9E98533DA81C}" srcOrd="2" destOrd="0" presId="urn:microsoft.com/office/officeart/2018/2/layout/IconCircleList"/>
    <dgm:cxn modelId="{4F4FD64F-E1F1-A14C-B501-E6AF8F49BEED}" type="presParOf" srcId="{514E73BC-0D83-4731-80B3-EDE9D803ABA5}" destId="{3B44F832-83D3-4C53-B84B-8BF79AC2BEE5}" srcOrd="3" destOrd="0" presId="urn:microsoft.com/office/officeart/2018/2/layout/IconCircleList"/>
    <dgm:cxn modelId="{0612553C-B984-ED47-A64F-97F7DCAE0F2A}" type="presParOf" srcId="{C5996D89-EB69-418B-8D86-861D043A9ECA}" destId="{9F22610E-F8A2-455E-AB61-6CA7DD4A3FA1}" srcOrd="5" destOrd="0" presId="urn:microsoft.com/office/officeart/2018/2/layout/IconCircleList"/>
    <dgm:cxn modelId="{24DA5B6A-FC57-3949-950C-CFAB2212016A}" type="presParOf" srcId="{C5996D89-EB69-418B-8D86-861D043A9ECA}" destId="{74441B53-0586-4CB4-B6A4-BF6A7C45A275}" srcOrd="6" destOrd="0" presId="urn:microsoft.com/office/officeart/2018/2/layout/IconCircleList"/>
    <dgm:cxn modelId="{71E7F54B-9AE7-D54B-A958-434F83DB0BF8}" type="presParOf" srcId="{74441B53-0586-4CB4-B6A4-BF6A7C45A275}" destId="{9B15AE07-FFBE-451B-ABEF-C783FFD5449C}" srcOrd="0" destOrd="0" presId="urn:microsoft.com/office/officeart/2018/2/layout/IconCircleList"/>
    <dgm:cxn modelId="{BD504D13-D7E6-264E-A923-5C44D0B2E135}" type="presParOf" srcId="{74441B53-0586-4CB4-B6A4-BF6A7C45A275}" destId="{052B3D2A-70EC-4851-A305-985B96EE015B}" srcOrd="1" destOrd="0" presId="urn:microsoft.com/office/officeart/2018/2/layout/IconCircleList"/>
    <dgm:cxn modelId="{92C88293-EE82-5B4D-8D0E-A00FB8C50AC2}" type="presParOf" srcId="{74441B53-0586-4CB4-B6A4-BF6A7C45A275}" destId="{A0962786-CAB2-4C2D-8196-CEF1225C352A}" srcOrd="2" destOrd="0" presId="urn:microsoft.com/office/officeart/2018/2/layout/IconCircleList"/>
    <dgm:cxn modelId="{98E8BFA8-4A22-5F43-8A37-45A69E9CBE45}" type="presParOf" srcId="{74441B53-0586-4CB4-B6A4-BF6A7C45A275}" destId="{55412337-FA0E-420E-8FED-854978F87E72}" srcOrd="3" destOrd="0" presId="urn:microsoft.com/office/officeart/2018/2/layout/IconCircleList"/>
    <dgm:cxn modelId="{D5FBC0E6-4F95-FF4D-9E1A-69006B33FDDE}" type="presParOf" srcId="{C5996D89-EB69-418B-8D86-861D043A9ECA}" destId="{872AFB9D-26BF-4FDA-97E7-47D100C411A4}" srcOrd="7" destOrd="0" presId="urn:microsoft.com/office/officeart/2018/2/layout/IconCircleList"/>
    <dgm:cxn modelId="{4FDD5530-9F67-3E46-9683-FB5919AE1721}" type="presParOf" srcId="{C5996D89-EB69-418B-8D86-861D043A9ECA}" destId="{BB9956EE-5F9D-49F3-8359-0FF338D5DECF}" srcOrd="8" destOrd="0" presId="urn:microsoft.com/office/officeart/2018/2/layout/IconCircleList"/>
    <dgm:cxn modelId="{B87F13CE-5746-EE44-98F8-778C302C375D}" type="presParOf" srcId="{BB9956EE-5F9D-49F3-8359-0FF338D5DECF}" destId="{20AA99D1-6B05-417F-A014-2AAC047B1B31}" srcOrd="0" destOrd="0" presId="urn:microsoft.com/office/officeart/2018/2/layout/IconCircleList"/>
    <dgm:cxn modelId="{D9D726FB-5CBA-8248-AB25-338C1611B9BA}" type="presParOf" srcId="{BB9956EE-5F9D-49F3-8359-0FF338D5DECF}" destId="{454F7A8E-9180-4D86-B0CD-AD67BF42790F}" srcOrd="1" destOrd="0" presId="urn:microsoft.com/office/officeart/2018/2/layout/IconCircleList"/>
    <dgm:cxn modelId="{7CD896FC-A7FB-6D4F-A682-7B7630E409F0}" type="presParOf" srcId="{BB9956EE-5F9D-49F3-8359-0FF338D5DECF}" destId="{BDE09FA3-EAEB-49C5-9670-2DDB18E79B41}" srcOrd="2" destOrd="0" presId="urn:microsoft.com/office/officeart/2018/2/layout/IconCircleList"/>
    <dgm:cxn modelId="{BAE73527-1F92-CF4B-9AEC-E7A90DFACDAA}" type="presParOf" srcId="{BB9956EE-5F9D-49F3-8359-0FF338D5DECF}" destId="{DFAB4428-E82F-420D-B209-826BA757EB9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D37C2-448E-4A64-A3DC-65F2F2538F67}">
      <dsp:nvSpPr>
        <dsp:cNvPr id="0" name=""/>
        <dsp:cNvSpPr/>
      </dsp:nvSpPr>
      <dsp:spPr>
        <a:xfrm>
          <a:off x="1288080" y="45429"/>
          <a:ext cx="1170832" cy="1170832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809B1-CC05-4C6E-97B8-26A38E9755CA}">
      <dsp:nvSpPr>
        <dsp:cNvPr id="0" name=""/>
        <dsp:cNvSpPr/>
      </dsp:nvSpPr>
      <dsp:spPr>
        <a:xfrm>
          <a:off x="1524564" y="249891"/>
          <a:ext cx="679082" cy="679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238429-BA80-4DB8-B582-F1FEE34DD371}">
      <dsp:nvSpPr>
        <dsp:cNvPr id="0" name=""/>
        <dsp:cNvSpPr/>
      </dsp:nvSpPr>
      <dsp:spPr>
        <a:xfrm>
          <a:off x="2700415" y="4016"/>
          <a:ext cx="2759819" cy="117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Primary End-Users:</a:t>
          </a:r>
          <a:r>
            <a:rPr lang="en-GB" sz="1400" b="0" kern="1200" dirty="0"/>
            <a:t> Grants controlled system access specifically to authorized MedTalk Connect engineering teams and testing personnel – Doctors as actors in testing env.</a:t>
          </a:r>
          <a:endParaRPr lang="en-US" sz="1400" kern="1200" dirty="0"/>
        </a:p>
      </dsp:txBody>
      <dsp:txXfrm>
        <a:off x="2700415" y="4016"/>
        <a:ext cx="2759819" cy="1170832"/>
      </dsp:txXfrm>
    </dsp:sp>
    <dsp:sp modelId="{1FC8FEAA-412E-40BF-A99D-390AD6360777}">
      <dsp:nvSpPr>
        <dsp:cNvPr id="0" name=""/>
        <dsp:cNvSpPr/>
      </dsp:nvSpPr>
      <dsp:spPr>
        <a:xfrm>
          <a:off x="5941112" y="4016"/>
          <a:ext cx="1170832" cy="1170832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808FD-E1CD-414C-BF48-5364E71F7778}">
      <dsp:nvSpPr>
        <dsp:cNvPr id="0" name=""/>
        <dsp:cNvSpPr/>
      </dsp:nvSpPr>
      <dsp:spPr>
        <a:xfrm>
          <a:off x="6186987" y="249891"/>
          <a:ext cx="679082" cy="679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E5219-0159-4508-8A1B-EB976D98E48C}">
      <dsp:nvSpPr>
        <dsp:cNvPr id="0" name=""/>
        <dsp:cNvSpPr/>
      </dsp:nvSpPr>
      <dsp:spPr>
        <a:xfrm>
          <a:off x="7362837" y="4016"/>
          <a:ext cx="2759819" cy="117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Data Generation Pipeline:</a:t>
          </a:r>
          <a:r>
            <a:rPr lang="en-GB" sz="1400" b="0" kern="1200" dirty="0"/>
            <a:t> Powers scenario building by generating synthetic patient demographics and clinical encounter profiles stripped of realistic patient identifiers.</a:t>
          </a:r>
          <a:endParaRPr lang="en-US" sz="1400" kern="1200" dirty="0"/>
        </a:p>
      </dsp:txBody>
      <dsp:txXfrm>
        <a:off x="7362837" y="4016"/>
        <a:ext cx="2759819" cy="1170832"/>
      </dsp:txXfrm>
    </dsp:sp>
    <dsp:sp modelId="{35B1C247-8733-4300-A8E6-62C60918D054}">
      <dsp:nvSpPr>
        <dsp:cNvPr id="0" name=""/>
        <dsp:cNvSpPr/>
      </dsp:nvSpPr>
      <dsp:spPr>
        <a:xfrm>
          <a:off x="1278690" y="2081652"/>
          <a:ext cx="1170832" cy="1170832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F9704-36E5-4FEE-86C2-8682C38F7BA6}">
      <dsp:nvSpPr>
        <dsp:cNvPr id="0" name=""/>
        <dsp:cNvSpPr/>
      </dsp:nvSpPr>
      <dsp:spPr>
        <a:xfrm>
          <a:off x="1524564" y="2327527"/>
          <a:ext cx="679082" cy="679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4F832-83D3-4C53-B84B-8BF79AC2BEE5}">
      <dsp:nvSpPr>
        <dsp:cNvPr id="0" name=""/>
        <dsp:cNvSpPr/>
      </dsp:nvSpPr>
      <dsp:spPr>
        <a:xfrm>
          <a:off x="2700415" y="2081652"/>
          <a:ext cx="2759819" cy="117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Validation &amp; Compliance:</a:t>
          </a:r>
          <a:r>
            <a:rPr lang="en-GB" sz="1400" b="0" kern="1200" dirty="0"/>
            <a:t> Routes generated records through strict validation control checks to guarantee compliance with synthetic constraints prior to testing.</a:t>
          </a:r>
          <a:endParaRPr lang="en-US" sz="1400" kern="1200" dirty="0"/>
        </a:p>
      </dsp:txBody>
      <dsp:txXfrm>
        <a:off x="2700415" y="2081652"/>
        <a:ext cx="2759819" cy="1170832"/>
      </dsp:txXfrm>
    </dsp:sp>
    <dsp:sp modelId="{9B15AE07-FFBE-451B-ABEF-C783FFD5449C}">
      <dsp:nvSpPr>
        <dsp:cNvPr id="0" name=""/>
        <dsp:cNvSpPr/>
      </dsp:nvSpPr>
      <dsp:spPr>
        <a:xfrm>
          <a:off x="5941112" y="2081652"/>
          <a:ext cx="1170832" cy="1170832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B3D2A-70EC-4851-A305-985B96EE015B}">
      <dsp:nvSpPr>
        <dsp:cNvPr id="0" name=""/>
        <dsp:cNvSpPr/>
      </dsp:nvSpPr>
      <dsp:spPr>
        <a:xfrm>
          <a:off x="6186987" y="2327527"/>
          <a:ext cx="679082" cy="679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12337-FA0E-420E-8FED-854978F87E72}">
      <dsp:nvSpPr>
        <dsp:cNvPr id="0" name=""/>
        <dsp:cNvSpPr/>
      </dsp:nvSpPr>
      <dsp:spPr>
        <a:xfrm>
          <a:off x="7362837" y="2081652"/>
          <a:ext cx="2759819" cy="117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Interoperability Testing Layer:</a:t>
          </a:r>
          <a:r>
            <a:rPr lang="en-GB" sz="1400" b="0" kern="1200" dirty="0"/>
            <a:t> Transforms validated datasets into FHIR R4 objects and simulated HL7 v2 messages to feed the downstream test execution engines.</a:t>
          </a:r>
          <a:endParaRPr lang="en-US" sz="1400" kern="1200" dirty="0"/>
        </a:p>
      </dsp:txBody>
      <dsp:txXfrm>
        <a:off x="7362837" y="2081652"/>
        <a:ext cx="2759819" cy="1170832"/>
      </dsp:txXfrm>
    </dsp:sp>
    <dsp:sp modelId="{20AA99D1-6B05-417F-A014-2AAC047B1B31}">
      <dsp:nvSpPr>
        <dsp:cNvPr id="0" name=""/>
        <dsp:cNvSpPr/>
      </dsp:nvSpPr>
      <dsp:spPr>
        <a:xfrm>
          <a:off x="1278690" y="4159288"/>
          <a:ext cx="1170832" cy="1170832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F7A8E-9180-4D86-B0CD-AD67BF42790F}">
      <dsp:nvSpPr>
        <dsp:cNvPr id="0" name=""/>
        <dsp:cNvSpPr/>
      </dsp:nvSpPr>
      <dsp:spPr>
        <a:xfrm>
          <a:off x="1524564" y="4405163"/>
          <a:ext cx="679082" cy="679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B4428-E82F-420D-B209-826BA757EB9D}">
      <dsp:nvSpPr>
        <dsp:cNvPr id="0" name=""/>
        <dsp:cNvSpPr/>
      </dsp:nvSpPr>
      <dsp:spPr>
        <a:xfrm>
          <a:off x="2700415" y="4159288"/>
          <a:ext cx="2759819" cy="117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Terminology Mapping Matrix:</a:t>
          </a:r>
          <a:r>
            <a:rPr lang="en-GB" sz="1400" b="0" kern="1200" dirty="0"/>
            <a:t> Evaluates translation chains by mapping representative clinical concepts across SNOMED CT-AU, ICD-10-AM, and MBS code systems.</a:t>
          </a:r>
          <a:endParaRPr lang="en-US" sz="1400" kern="1200" dirty="0"/>
        </a:p>
      </dsp:txBody>
      <dsp:txXfrm>
        <a:off x="2700415" y="4159288"/>
        <a:ext cx="2759819" cy="1170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4B2F1-6A7D-4FC4-8F0F-1963C90EB3BE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98E32-00B8-46DE-8E96-6502E5C2F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5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742C-2A7A-725F-F096-86E20621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6BABF-A262-019B-9307-47D024F58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2EB66-556C-F742-E585-952E2E0E9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8BFEE-71FB-D292-52A8-9AA072C46B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05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62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28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54F6-6220-ACD5-6508-236365B2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53CC2-ACAE-80DD-5A01-37F0746C3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024F9-0941-E5B4-700D-9220AE983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E1FC-7E96-A9FA-2FA5-176F8C160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39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84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C76FB-330B-AE8A-F590-349BD895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6FBFC-D2BC-59F9-2133-1EF554C92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65F92-03C7-0B2D-E9B5-578E1E5D8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E5E3-796F-81C9-40E5-7338A8778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62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5F24-FE2C-3CBA-74CE-BF6C2FB9F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C67F9-53A0-B5EF-645C-24E638CA8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F77B-507E-C4EA-629F-86659467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9FCC1-AEBB-83EB-7424-CE6A18BF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0B5D3-C514-77FC-E8C5-B1B8044B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276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ED5E-E450-0184-6EB1-085489AD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A6A6-3A1A-8ED3-7CD3-2B76F8E9C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7B6B-B864-A5C2-4244-9737E04B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0DD44-0585-1FF3-65DF-3E77368C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2DFC9-D6B0-0C82-31E0-41E4E6D2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200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70F9-6DEF-37C5-21EC-52CB76C0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F8587-0426-0B0A-40A8-D697691CD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BC41E-43F2-8876-D6B3-5286FE20B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77811-C85A-00E5-8AF0-C20907E0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2CBD-C6FF-BDAA-BBC5-B6D4612A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867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DB91-F29F-BC0A-71A9-7F712AD8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44CB-6987-CEDC-7DC2-ADABBAB20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9D1D0-4544-5A6F-D0D9-25F00146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BB2A5-C1FE-B1A5-50EB-7070C94C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088F3-168C-22FA-D66E-8DCA154D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3068A-5573-1F8B-8526-81AEC54A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64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EAB5-9FCF-4515-76D0-8468709C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F505-B626-722F-FE6F-22B82C90A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668C5-D9FC-E4B9-88DB-8033143E5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82BDF-6CC1-E1A2-50D4-97D074308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D9FE9-B1D3-4AD6-1D27-9C0C8755F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9E466-D832-E98D-0DB0-BA1B5FD1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25093-8FD8-8FDF-DA11-358308C0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4C511-6A83-B318-BEC6-34E642E6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79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2DDC-EB3F-E313-5428-6F70C439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62A06-524C-6539-21AD-76A3C4BE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F32C8-9C63-966B-BEEB-11FED2C2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EBE9A-5875-9889-8A74-A5165F44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27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A6B54-4B05-E507-1B73-02EF00F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A672E-46CE-279D-CD3C-4FA9E0C5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E5488-05C0-6A98-4C91-5B420DD5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46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B2D3-1A2F-02F5-A302-707578D3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145F5-1D63-E37A-0BE9-74874CA1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8BEB1-44E6-EBA1-B352-4BA647348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68306-8AA1-AFF9-55E2-523B202D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F5212-98DE-268F-16B1-7E4F2AD49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F6A4C-EFCD-73DC-663A-6D700F18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109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C8E5-0619-CE7B-8D31-C72D65D7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24D0C-19CE-8E5E-8B30-8A44B8E6B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3FAA0-EB59-C498-1291-B938A59E6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371FA-8AFE-D1EE-21AB-209D722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68731-C4CA-0E68-8C8B-FB6F7729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3C5B3-179C-275C-08E6-E3E767D1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72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7040-FC45-C872-C30E-9431FBA3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672CC-6434-39C0-72DF-763EF4F41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9597E-9CE6-9DE8-8951-003B1F64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F5549-431D-50F6-9BD5-69BC94CF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FC017-F82A-4DC7-B00D-DD838B1C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899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6C38A-24F0-EBC7-6A5B-65C8600B7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5B0D9-1398-023F-195F-C47BCCC7B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76BD-CEC4-637A-0B0A-B116FF01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E41D6-75DC-D6E7-9B21-1D4B93C5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F07B7-73E5-52AC-385D-90C3C87C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030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55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763B9-A0DE-8625-A253-6982A833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54B53-8B7D-FB6D-2455-001D1BDFB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DD162-70DA-D3B4-D4DA-4DB32F4DC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CD068-E763-4D96-972C-0B3F1441A126}" type="datetimeFigureOut">
              <a:rPr lang="en-AU" smtClean="0"/>
              <a:t>13/09/2026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B38F-7B86-EFEF-3A0B-5C28395D0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89C5-C71D-0E52-0A11-F4E7D75E8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14EE0-C579-4E0A-8E16-1C467B80F3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47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github.com/SkinnySeal17/HEAALTHCARE_SYSTEM/tree/main/Proof_of_Work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build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8375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ICT942 — CYBER SECURITY PROJECT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Integration &amp; Clinical Terminology Test Harness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FHIR test harness for FAZ Australia's MedTalk Connect — Stage 1 Design &amp; Feasibility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434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Pelden  •  Charity Gwese  •  Rikesh Aryal  •  Zubair Adil Soomro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Partner: FAZ Australia (MedTalk)   |   Mentor: Atif Nisar   |   Supervisor: Md Ashraf Uddin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6" name="Image 0" descr="/home/claude/pptxbuild/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198607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642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B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1847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1762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context, problem statement, goals &amp; stakeholders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6446520" y="181051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12" name="Image 1" descr="/home/claude/pptxbuild/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1986077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6642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B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60920" y="1847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Management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60920" y="21762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roadmap, RACI, risk register, feasibility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7" name="Shape 13"/>
          <p:cNvSpPr/>
          <p:nvPr/>
        </p:nvSpPr>
        <p:spPr>
          <a:xfrm>
            <a:off x="777240" y="327355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18" name="Image 2" descr="/home/claude/pptxbuild/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3449117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1272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B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91640" y="33101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Technology Landscape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3639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review, comparative analysis, gap analysis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21792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3" name="Shape 18"/>
          <p:cNvSpPr/>
          <p:nvPr/>
        </p:nvSpPr>
        <p:spPr>
          <a:xfrm>
            <a:off x="6446520" y="327355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24" name="Image 3" descr="/home/claude/pptxbuild/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085" y="3449117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31272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B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360920" y="33101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360920" y="3639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technology stack, security &amp; cost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9" name="Shape 23"/>
          <p:cNvSpPr/>
          <p:nvPr/>
        </p:nvSpPr>
        <p:spPr>
          <a:xfrm>
            <a:off x="777240" y="473659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30" name="Image 4" descr="/home/claude/pptxbuild/icon_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4912157"/>
            <a:ext cx="380390" cy="38039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91640" y="45902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B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691640" y="47731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&amp; Evaluation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691640" y="5102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plan, PoC description, testing &amp; validation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621792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5" name="Shape 28"/>
          <p:cNvSpPr/>
          <p:nvPr/>
        </p:nvSpPr>
        <p:spPr>
          <a:xfrm>
            <a:off x="6446520" y="473659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36" name="Image 5" descr="/home/claude/pptxbuild/icon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2085" y="4912157"/>
            <a:ext cx="380390" cy="38039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60920" y="45902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B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360920" y="47731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360920" y="5102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path into Stage 2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Context &amp; Problem Statement</a:t>
            </a:r>
            <a:endParaRPr lang="en-US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3400" y="1691640"/>
            <a:ext cx="6492240" cy="448056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Australia</a:t>
            </a:r>
            <a:r>
              <a:rPr lang="en-US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Canberra health-tech company behind MedTalk, an AI clinical scribe used across Australian clinics, integrated with EMR systems via MedTalk Connect (FHIR-based).
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MedTalk Connect has no safe, isolated way to validate FHIR data exchange or SNOMED CT-AU → ICD-10-AM → MBS terminology mapping before production deployment.
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failures risk incorrect clinical documentation, billing errors, and privacy breaches under the Privacy Act 1988 (Cth) and My Health Records Act 2012 (Cth).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34340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1783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589520" y="283464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records used — 100% synthetic by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3931920"/>
            <a:ext cx="434340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0" y="41605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589520" y="521208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in scope: Oracle Health, Best Practice/Halo, Epic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3891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Goals, Scope &amp; Stakeholders</a:t>
            </a:r>
            <a:endParaRPr lang="en-US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build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16404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validate a synthetic FHIR test harness so FAZ Australia can safely verify interoperability and terminology mapping — without real patient data.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FHIR/HL7v2/SMART auth architecture
• SNOMED CT-AU → ICD-10-AM → MBS mapping design
• Written test plan (happy path, errors)
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83280" y="310896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D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118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11880" y="35661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the harness (Stage 2)
• Real patient data / production EMR
• Changes to MedTalk's AI/NLP engine
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92240" y="1417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pptxbuild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164043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492240" y="21031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766560" y="1947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Atif Nisar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76656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 — High interest, High influence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92240" y="28803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66560" y="2724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Ashraf Uddin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766560" y="3017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 — Medium interest, High influence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492240" y="36576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766560" y="3502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76656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Team — High interest, High influence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492240" y="44348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766560" y="4279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MedTalk Engineering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76656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of harness — High interest, Medium influence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31597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Charter &amp; Roadmap</a:t>
            </a:r>
            <a:endParaRPr lang="en-US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build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6294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36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Highlights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synthetic FHIR test harness for MedTalk Connect validation.
</a:t>
            </a: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</a:t>
            </a: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Ashraf Uddin &amp; Atif Nisar jointly approve scope and stage gates.
</a:t>
            </a: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compliance risk, faster connector onboarding, reusable CI/CD asset.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536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Roadmap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256032" cy="256032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37376" y="2267712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20840" y="1938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9520" y="19385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Stakeholder Analysis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2761488"/>
            <a:ext cx="256032" cy="256032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37376" y="3017520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20840" y="26883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89520" y="26883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SRS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09360" y="3511296"/>
            <a:ext cx="256032" cy="256032"/>
          </a:xfrm>
          <a:prstGeom prst="ellipse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37376" y="3767328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20840" y="343814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89520" y="34381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Risk (Stage 1 done)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09360" y="4261104"/>
            <a:ext cx="256032" cy="256032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437376" y="4517136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20840" y="4187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8952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Drafting: Sections 1–3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09360" y="5010912"/>
            <a:ext cx="256032" cy="256032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37376" y="5266944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20840" y="4937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89520" y="4937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PoC Planning: Sections 4–6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09360" y="5760720"/>
            <a:ext cx="256032" cy="256032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20840" y="56875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589520" y="5687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Finalise, Rehearse, Submit (13 Sept)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Roles &amp; RACI Matrix</a:t>
            </a:r>
            <a:endParaRPr lang="en-US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87773"/>
              </p:ext>
            </p:extLst>
          </p:nvPr>
        </p:nvGraphicFramePr>
        <p:xfrm>
          <a:off x="548640" y="1600200"/>
          <a:ext cx="11274552" cy="40233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Sonam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Charity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Rikesh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Zubair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Charter &amp; Planning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R/A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Business/Clinical Context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 Landscape Analysis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 (3.1)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R/A (3.2–4)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Solution Architecture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R/A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Security Design &amp; Cost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R/A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PoC &amp; Testing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 (5.2)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R/A (5.1,5.3)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Report Compilation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  A = Accountable   C = Consulted   I = Informed</a:t>
            </a:r>
            <a:endParaRPr lang="en-US" sz="1400" dirty="0"/>
          </a:p>
        </p:txBody>
      </p:sp>
      <p:sp>
        <p:nvSpPr>
          <p:cNvPr id="4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Register — Top Risks</a:t>
            </a:r>
            <a:endParaRPr lang="en-US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167234"/>
              </p:ext>
            </p:extLst>
          </p:nvPr>
        </p:nvGraphicFramePr>
        <p:xfrm>
          <a:off x="548640" y="1600200"/>
          <a:ext cx="11091672" cy="395020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Rating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R1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Connector crash/hang on slow FHIR response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Automated slow-response test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R4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Cross-tenant data leakage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Row-level tenant isolation + gateway checks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R5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 patient identifier in synthetic dataset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Luhn-check rejection rule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R9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Team's limited healthcare-semantics experience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Curated SNOMED subset, mentor guidance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R10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Scope creep from broad brief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Fixed endpoint list, agreed exclusions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Likelihood × Impact. All ten Stage-1 risks are mapped to automated failure-mode tests or architectural controls.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Study — Six Dimensions</a:t>
            </a:r>
            <a:endParaRPr lang="en-US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0" descr="/home/claude/pptxbuild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55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6304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Mature open-source stack (FHIR R4, AU Core, HAPI FHIR); main risk is healthcare semantics, not tools.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 1" descr="/home/claude/pptxbuild/icon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4" y="19147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755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21208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26280" y="24231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~$150 AUD total cost; open-source + free-tier hosting under WIL arrangement.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Image 2" descr="/home/claude/pptxbuild/icon_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191475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1755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96112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Medium-High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275320" y="24231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Confirmed mentor commitment and tooling; risk is competing university workloads.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Image 3" descr="/home/claude/pptxbuild/icon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424647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087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463040" y="43616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77240" y="4754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real patient data used; Luhn-check validation technically enforces compliance.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429768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52628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" name="Image 4" descr="/home/claude/pptxbuild/icon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954" y="424647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4087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Ethical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5212080" y="43616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4526280" y="4754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real-patient harm possible by design; focus is AI-generated data integrity.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804672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27532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" name="Image 5" descr="/home/claude/pptxbuild/icon_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6994" y="424647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61120" y="4087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Cybersecurity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961120" y="43616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8275320" y="4754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4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Layered controls reduce every identified threat to Low residual risk.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D7C5EC4-17BF-620E-9615-897F9C02E6F7}"/>
              </a:ext>
            </a:extLst>
          </p:cNvPr>
          <p:cNvSpPr txBox="1"/>
          <p:nvPr/>
        </p:nvSpPr>
        <p:spPr>
          <a:xfrm>
            <a:off x="6859049" y="1509395"/>
            <a:ext cx="4739640" cy="4983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BE608F-0140-3045-9240-304F94C6F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1088"/>
            <a:ext cx="10408920" cy="956231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Faz Australia — MedTalk Clinical Documentation Platform: Current State (As-Is)</a:t>
            </a: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Faz Australia — MedTalk Clinical Documentation Platform: Current State (As-Is)</a:t>
            </a:r>
            <a:b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AU" sz="28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798F5-9DB6-171C-EC7E-B018F3892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4872" y="2002314"/>
            <a:ext cx="5181600" cy="4351338"/>
          </a:xfrm>
        </p:spPr>
        <p:txBody>
          <a:bodyPr>
            <a:noAutofit/>
          </a:bodyPr>
          <a:lstStyle/>
          <a:p>
            <a:r>
              <a:rPr lang="en-US" sz="1700" dirty="0">
                <a:solidFill>
                  <a:srgbClr val="2633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MedTalk (Faz Australia) is an AI clinical documentation tool: it transcribes doctor–patient consultations live, codes the EMR in SNOMED CT-AU, maps codes to ICD-10-AM, and shares billing data via MediBetter BOSS to the MBS.</a:t>
            </a:r>
            <a:r>
              <a:rPr lang="en-US" sz="17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(MediBetter, 2026)</a:t>
            </a:r>
          </a:p>
          <a:p>
            <a:r>
              <a:rPr lang="en-US" sz="1700" dirty="0">
                <a:solidFill>
                  <a:srgbClr val="2633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integrates with Best Practice via Halo Connect and HL7 FHIR R5 / SMART on FHIR, using Epic’s developer sandbox to test integrations against mock patient data before go-live.</a:t>
            </a:r>
            <a:r>
              <a:rPr lang="en-US" sz="17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(MedTalk AI, 2020)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dirty="0">
                <a:solidFill>
                  <a:srgbClr val="2633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Epic onboarding costs ~US$500 (listing) + up to US$1,900 (membership) + US$40K–350K (build </a:t>
            </a:r>
            <a:r>
              <a:rPr lang="en-US" sz="1700" dirty="0" err="1">
                <a:solidFill>
                  <a:srgbClr val="2633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labour</a:t>
            </a:r>
            <a:r>
              <a:rPr lang="en-US" sz="1700" dirty="0">
                <a:solidFill>
                  <a:srgbClr val="2633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read-only to full bidirectional FHIR); MedTalk–MediBetter API fees run US$100–500.</a:t>
            </a:r>
            <a:r>
              <a:rPr lang="en-US" sz="1700" i="1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(Choudhary, 2026; MarkiTech.AI, 2025)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dirty="0">
                <a:solidFill>
                  <a:srgbClr val="2633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pain point: no reusable, safe test environment — restricted sandbox access slows development, makes issues hard to reproduce, and raises compliance exposure.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>
                <a:schemeClr val="accent1"/>
              </a:buClr>
              <a:buNone/>
            </a:pPr>
            <a:endParaRPr lang="en-AU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7DA5A79-0567-A0E2-742B-ABD85D2040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25834" y="1772067"/>
            <a:ext cx="4406069" cy="36579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B799CC-1332-66F5-C081-BB97DC2AB886}"/>
              </a:ext>
            </a:extLst>
          </p:cNvPr>
          <p:cNvSpPr txBox="1"/>
          <p:nvPr/>
        </p:nvSpPr>
        <p:spPr>
          <a:xfrm>
            <a:off x="1097280" y="367348"/>
            <a:ext cx="722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TECHNOLOGY LANDSCAPE ANALYSIS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82D51A-0B6F-1B10-7CB0-033CCB95C61A}"/>
              </a:ext>
            </a:extLst>
          </p:cNvPr>
          <p:cNvSpPr txBox="1"/>
          <p:nvPr/>
        </p:nvSpPr>
        <p:spPr>
          <a:xfrm>
            <a:off x="7054410" y="5692656"/>
            <a:ext cx="413936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MedTalk data flow: clinical encounter → coding → FHIR integration → billing</a:t>
            </a:r>
            <a:endParaRPr lang="en-US" sz="1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5661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9528-92C5-1B1D-810E-5F199FA9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9375"/>
            <a:ext cx="9995022" cy="1167639"/>
          </a:xfrm>
        </p:spPr>
        <p:txBody>
          <a:bodyPr>
            <a:normAutofit/>
          </a:bodyPr>
          <a:lstStyle/>
          <a:p>
            <a:r>
              <a:rPr lang="en-AU" sz="35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Analysis of existing Solutions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21157-488E-D9AE-91E7-84034AFC56C5}"/>
              </a:ext>
            </a:extLst>
          </p:cNvPr>
          <p:cNvSpPr txBox="1"/>
          <p:nvPr/>
        </p:nvSpPr>
        <p:spPr>
          <a:xfrm>
            <a:off x="176425" y="1522267"/>
            <a:ext cx="2679034" cy="3662245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04A71-AD8B-4F19-DE28-58C433C6268D}"/>
              </a:ext>
            </a:extLst>
          </p:cNvPr>
          <p:cNvSpPr txBox="1"/>
          <p:nvPr/>
        </p:nvSpPr>
        <p:spPr>
          <a:xfrm>
            <a:off x="130746" y="1395404"/>
            <a:ext cx="2736781" cy="615553"/>
          </a:xfrm>
          <a:prstGeom prst="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Health IT Sandbox</a:t>
            </a:r>
            <a:endParaRPr lang="en-US" sz="1600" dirty="0"/>
          </a:p>
          <a:p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25CE7-FB68-7097-B163-1762226E6918}"/>
              </a:ext>
            </a:extLst>
          </p:cNvPr>
          <p:cNvSpPr txBox="1"/>
          <p:nvPr/>
        </p:nvSpPr>
        <p:spPr>
          <a:xfrm>
            <a:off x="192313" y="2121416"/>
            <a:ext cx="2887579" cy="1145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well-documented sandbox purpose-built for testing SMART on FHIR apps.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87B1D-D030-F909-8122-B0D5E5AE28C3}"/>
              </a:ext>
            </a:extLst>
          </p:cNvPr>
          <p:cNvSpPr txBox="1"/>
          <p:nvPr/>
        </p:nvSpPr>
        <p:spPr>
          <a:xfrm>
            <a:off x="200490" y="3236059"/>
            <a:ext cx="2654969" cy="167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the SMART app ecosystem that is for </a:t>
            </a:r>
            <a:r>
              <a:rPr lang="en-AU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does not validate full cross-system, multi-vendor data exchange.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0FE73-0E02-1C34-AA18-42C7B0398CD6}"/>
              </a:ext>
            </a:extLst>
          </p:cNvPr>
          <p:cNvSpPr txBox="1"/>
          <p:nvPr/>
        </p:nvSpPr>
        <p:spPr>
          <a:xfrm>
            <a:off x="3100137" y="1381964"/>
            <a:ext cx="2815385" cy="3809029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8D4248-37D3-8F3B-8CE9-F411F3CFB7C5}"/>
              </a:ext>
            </a:extLst>
          </p:cNvPr>
          <p:cNvSpPr txBox="1"/>
          <p:nvPr/>
        </p:nvSpPr>
        <p:spPr>
          <a:xfrm>
            <a:off x="6084779" y="1397420"/>
            <a:ext cx="2790519" cy="3793573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548C28-9857-F6D2-24AE-C17754C13271}"/>
              </a:ext>
            </a:extLst>
          </p:cNvPr>
          <p:cNvSpPr txBox="1"/>
          <p:nvPr/>
        </p:nvSpPr>
        <p:spPr>
          <a:xfrm>
            <a:off x="9041330" y="1546260"/>
            <a:ext cx="2791322" cy="3662245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CE467C-923C-975A-ABC2-A10B968A1A18}"/>
              </a:ext>
            </a:extLst>
          </p:cNvPr>
          <p:cNvSpPr txBox="1"/>
          <p:nvPr/>
        </p:nvSpPr>
        <p:spPr>
          <a:xfrm>
            <a:off x="3088105" y="1381964"/>
            <a:ext cx="2851518" cy="61555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Epic App Orchard / Sandbox</a:t>
            </a:r>
            <a:endParaRPr lang="en-US" sz="1600" dirty="0"/>
          </a:p>
          <a:p>
            <a:endParaRPr lang="en-A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667F95-9F91-A47F-D6CF-2FF8DF03D312}"/>
              </a:ext>
            </a:extLst>
          </p:cNvPr>
          <p:cNvSpPr txBox="1"/>
          <p:nvPr/>
        </p:nvSpPr>
        <p:spPr>
          <a:xfrm>
            <a:off x="6082410" y="1395404"/>
            <a:ext cx="2779289" cy="5847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MediRecords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Developer Sandbox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9781F7-7395-4C76-1E8D-E64132D1FDB9}"/>
              </a:ext>
            </a:extLst>
          </p:cNvPr>
          <p:cNvSpPr txBox="1"/>
          <p:nvPr/>
        </p:nvSpPr>
        <p:spPr>
          <a:xfrm>
            <a:off x="9030956" y="1381964"/>
            <a:ext cx="2791323" cy="5847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Synapxe HealthX Innovation Sandbox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8789BA-1176-240F-0041-A0B5DE90EF39}"/>
              </a:ext>
            </a:extLst>
          </p:cNvPr>
          <p:cNvSpPr txBox="1"/>
          <p:nvPr/>
        </p:nvSpPr>
        <p:spPr>
          <a:xfrm>
            <a:off x="3151413" y="3327877"/>
            <a:ext cx="2654969" cy="2199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Epic-specific; formal onboarding plus US$40K–350K build </a:t>
            </a:r>
            <a:r>
              <a:rPr lang="en-US" sz="1600" dirty="0" err="1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restrict accessibility.</a:t>
            </a:r>
            <a:endParaRPr lang="en-US" sz="1600" dirty="0"/>
          </a:p>
          <a:p>
            <a:pPr>
              <a:lnSpc>
                <a:spcPct val="108000"/>
              </a:lnSpc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(Choudhary, 2026; Bonami Software, 2026)</a:t>
            </a:r>
            <a:endParaRPr lang="en-US" sz="1600" dirty="0"/>
          </a:p>
          <a:p>
            <a:endParaRPr lang="en-AU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024FC5-42AB-3D7A-1977-B0204D94116B}"/>
              </a:ext>
            </a:extLst>
          </p:cNvPr>
          <p:cNvSpPr txBox="1"/>
          <p:nvPr/>
        </p:nvSpPr>
        <p:spPr>
          <a:xfrm>
            <a:off x="3175514" y="2077663"/>
            <a:ext cx="26549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Epic EHR </a:t>
            </a:r>
            <a:r>
              <a:rPr lang="en-US" sz="1600" dirty="0" err="1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testable against mock patient data before go-live.</a:t>
            </a:r>
            <a:endParaRPr lang="en-US" sz="1600" dirty="0"/>
          </a:p>
          <a:p>
            <a:endParaRPr lang="en-AU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B80FE4-3EFD-D343-8A06-795CFAD5749B}"/>
              </a:ext>
            </a:extLst>
          </p:cNvPr>
          <p:cNvSpPr txBox="1"/>
          <p:nvPr/>
        </p:nvSpPr>
        <p:spPr>
          <a:xfrm>
            <a:off x="6160200" y="2105561"/>
            <a:ext cx="27391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Australian-context FHIR/Connect API testing aligned to local standards.</a:t>
            </a:r>
            <a:endParaRPr lang="en-US" sz="1600" dirty="0"/>
          </a:p>
          <a:p>
            <a:endParaRPr lang="en-AU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DA8B58-0117-94CA-B844-5669742D2EE3}"/>
              </a:ext>
            </a:extLst>
          </p:cNvPr>
          <p:cNvSpPr txBox="1"/>
          <p:nvPr/>
        </p:nvSpPr>
        <p:spPr>
          <a:xfrm>
            <a:off x="6131698" y="3540420"/>
            <a:ext cx="2654969" cy="1668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</a:t>
            </a:r>
            <a:r>
              <a:rPr lang="en-US" sz="1600" dirty="0" err="1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MediRecords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own APIs only — not a vendor-neutral environment.</a:t>
            </a:r>
            <a:endParaRPr lang="en-US" sz="1600" dirty="0"/>
          </a:p>
          <a:p>
            <a:pPr>
              <a:lnSpc>
                <a:spcPct val="108000"/>
              </a:lnSpc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i="1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MediRecords</a:t>
            </a: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Connect, 2026)</a:t>
            </a:r>
            <a:endParaRPr lang="en-US" sz="1600" dirty="0"/>
          </a:p>
          <a:p>
            <a:endParaRPr lang="en-AU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B83765-B5B6-ADA8-B9B8-14DB7B927DF4}"/>
              </a:ext>
            </a:extLst>
          </p:cNvPr>
          <p:cNvSpPr txBox="1"/>
          <p:nvPr/>
        </p:nvSpPr>
        <p:spPr>
          <a:xfrm>
            <a:off x="9065430" y="2077663"/>
            <a:ext cx="27760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 sandbox supporting a broad health-tech innovation ecosystem.</a:t>
            </a:r>
            <a:endParaRPr lang="en-US" sz="1600" dirty="0"/>
          </a:p>
          <a:p>
            <a:endParaRPr lang="en-AU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6F61D1-E691-8440-8957-6E1A75B67F03}"/>
              </a:ext>
            </a:extLst>
          </p:cNvPr>
          <p:cNvSpPr txBox="1"/>
          <p:nvPr/>
        </p:nvSpPr>
        <p:spPr>
          <a:xfrm>
            <a:off x="9050191" y="3314984"/>
            <a:ext cx="2791322" cy="2199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
</a:t>
            </a:r>
            <a:r>
              <a:rPr lang="en-US" sz="1600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Singapore’s governance/standards — not directly transferable to Australian FHIR/SNOMED CT-AU context.</a:t>
            </a:r>
            <a:endParaRPr lang="en-US" sz="1600" dirty="0"/>
          </a:p>
          <a:p>
            <a:pPr>
              <a:lnSpc>
                <a:spcPct val="108000"/>
              </a:lnSpc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(Synapxe, 2023)</a:t>
            </a:r>
            <a:endParaRPr lang="en-US" sz="1600" dirty="0"/>
          </a:p>
          <a:p>
            <a:endParaRPr lang="en-AU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11BE41-DB44-D3B1-0D6D-CAF7D7A3BCBD}"/>
              </a:ext>
            </a:extLst>
          </p:cNvPr>
          <p:cNvSpPr txBox="1"/>
          <p:nvPr/>
        </p:nvSpPr>
        <p:spPr>
          <a:xfrm>
            <a:off x="229413" y="5740990"/>
            <a:ext cx="11588803" cy="830997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is vendor- or ecosystem-bound. None offers a vendor-neutral environment that validates FHIR exchange, SNOMED CT-AU/ICD-10-AM terminology and authentication together, before and after deployment — the role the proposed Test Harness fills.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AU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789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6D7F-5D5A-269C-2500-9C869F7B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9789"/>
            <a:ext cx="10515600" cy="1129992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&amp; Market Survey</a:t>
            </a:r>
            <a:br>
              <a:rPr lang="en-US" sz="3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AU" sz="3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59CA6-2283-7F28-8C66-146613B2F2C9}"/>
              </a:ext>
            </a:extLst>
          </p:cNvPr>
          <p:cNvSpPr txBox="1"/>
          <p:nvPr/>
        </p:nvSpPr>
        <p:spPr>
          <a:xfrm>
            <a:off x="655320" y="1264920"/>
            <a:ext cx="5440680" cy="216408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DEC77-ABC3-7833-8453-3C2B6EDBF2C3}"/>
              </a:ext>
            </a:extLst>
          </p:cNvPr>
          <p:cNvSpPr txBox="1"/>
          <p:nvPr/>
        </p:nvSpPr>
        <p:spPr>
          <a:xfrm>
            <a:off x="6629400" y="4130040"/>
            <a:ext cx="5288280" cy="216408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C6D81-27F0-E1B2-4379-C3AB00D36867}"/>
              </a:ext>
            </a:extLst>
          </p:cNvPr>
          <p:cNvSpPr txBox="1"/>
          <p:nvPr/>
        </p:nvSpPr>
        <p:spPr>
          <a:xfrm>
            <a:off x="655320" y="4130040"/>
            <a:ext cx="5440680" cy="216408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CBA884-FB72-E29C-8D6B-078660CD7BC1}"/>
              </a:ext>
            </a:extLst>
          </p:cNvPr>
          <p:cNvSpPr txBox="1"/>
          <p:nvPr/>
        </p:nvSpPr>
        <p:spPr>
          <a:xfrm>
            <a:off x="6553200" y="1264920"/>
            <a:ext cx="5440680" cy="216408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6C37E-27AB-02A6-7132-F58E0B4A1AEA}"/>
              </a:ext>
            </a:extLst>
          </p:cNvPr>
          <p:cNvSpPr txBox="1"/>
          <p:nvPr/>
        </p:nvSpPr>
        <p:spPr>
          <a:xfrm>
            <a:off x="838200" y="1888034"/>
            <a:ext cx="512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exchange standard for patient data, appointments and clinical notes; supports RESTful APIs, documents and messaging. Free to build on, unlike the trademarked “HL7” name.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lang="en-US" sz="1400" i="1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eCQI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2025)</a:t>
            </a:r>
            <a:endParaRPr lang="en-US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26C6C-2EA8-B8E4-F686-A27E0C927D4A}"/>
              </a:ext>
            </a:extLst>
          </p:cNvPr>
          <p:cNvSpPr txBox="1"/>
          <p:nvPr/>
        </p:nvSpPr>
        <p:spPr>
          <a:xfrm>
            <a:off x="1066800" y="147828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42ECB-DBC5-E633-B619-B197C073B3F3}"/>
              </a:ext>
            </a:extLst>
          </p:cNvPr>
          <p:cNvSpPr txBox="1"/>
          <p:nvPr/>
        </p:nvSpPr>
        <p:spPr>
          <a:xfrm>
            <a:off x="1463040" y="1339780"/>
            <a:ext cx="275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HL7 FHIR</a:t>
            </a:r>
            <a:endParaRPr lang="en-US" dirty="0"/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681E5-BC84-477F-6E37-B5076950D3B9}"/>
              </a:ext>
            </a:extLst>
          </p:cNvPr>
          <p:cNvSpPr txBox="1"/>
          <p:nvPr/>
        </p:nvSpPr>
        <p:spPr>
          <a:xfrm>
            <a:off x="6766560" y="1354068"/>
            <a:ext cx="4815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SNOMED CT-AU → ICD-10-AM</a:t>
            </a:r>
            <a:endParaRPr lang="en-US" dirty="0"/>
          </a:p>
          <a:p>
            <a:endParaRPr lang="en-AU" dirty="0"/>
          </a:p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Australia’s preferred clinical terminology (SNOMED CT + Australian Medicines Terminology), mapped to ICD-10-AM for diagnosis coding and onward to MBS for billing.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(SNOMED CT-AU &amp; AMT Release, 2022)</a:t>
            </a: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26DA8-C219-FDFE-AAEF-8BD846E5D2F4}"/>
              </a:ext>
            </a:extLst>
          </p:cNvPr>
          <p:cNvSpPr txBox="1"/>
          <p:nvPr/>
        </p:nvSpPr>
        <p:spPr>
          <a:xfrm>
            <a:off x="1066800" y="4358640"/>
            <a:ext cx="4282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Patient Data</a:t>
            </a:r>
            <a:endParaRPr lang="en-US" dirty="0"/>
          </a:p>
          <a:p>
            <a:endParaRPr lang="en-AU" dirty="0"/>
          </a:p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generates realistic synthetic EHRs, but on US demographics; CSIRO’s Australian-context equivalent exists but is not publicly available for this project.</a:t>
            </a:r>
            <a:endParaRPr lang="en-US" dirty="0"/>
          </a:p>
          <a:p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CB6C7-9232-B7B3-CC9A-7DED3272A84D}"/>
              </a:ext>
            </a:extLst>
          </p:cNvPr>
          <p:cNvSpPr txBox="1"/>
          <p:nvPr/>
        </p:nvSpPr>
        <p:spPr>
          <a:xfrm>
            <a:off x="6766560" y="4358640"/>
            <a:ext cx="51511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on FHIR &amp; Halo Connect</a:t>
            </a:r>
          </a:p>
          <a:p>
            <a:endParaRPr lang="en-US" dirty="0"/>
          </a:p>
          <a:p>
            <a:r>
              <a:rPr lang="en-US" dirty="0">
                <a:solidFill>
                  <a:srgbClr val="2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provides OAuth 2.0-based secure app authorisation. Halo Connect (Halo Link + Halo Cloud) bridges local practice databases to external FHIR/SQL consumers.</a:t>
            </a: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(SMART on FHIR, n.d.; Halo Connect Documentation, 2026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788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C045DC4-BA11-4992-9CFC-C9BC74376A42}"/>
              </a:ext>
            </a:extLst>
          </p:cNvPr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6F156EE-CB93-01E5-42C6-A8DE7E14ACFE}"/>
              </a:ext>
            </a:extLst>
          </p:cNvPr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Current State to Test Harness</a:t>
            </a:r>
            <a:endParaRPr lang="en-US" sz="32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C1D31F3-C5C8-C3E3-3F3C-56453E2E3D38}"/>
              </a:ext>
            </a:extLst>
          </p:cNvPr>
          <p:cNvSpPr/>
          <p:nvPr/>
        </p:nvSpPr>
        <p:spPr>
          <a:xfrm>
            <a:off x="548640" y="1600200"/>
            <a:ext cx="538581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756EDB9-F24E-82A3-EB9A-C6E07B3A95C1}"/>
              </a:ext>
            </a:extLst>
          </p:cNvPr>
          <p:cNvSpPr/>
          <p:nvPr/>
        </p:nvSpPr>
        <p:spPr>
          <a:xfrm>
            <a:off x="731520" y="17830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A6FD67E-65E2-8EDE-A27E-8D51083E4B19}"/>
              </a:ext>
            </a:extLst>
          </p:cNvPr>
          <p:cNvSpPr txBox="1"/>
          <p:nvPr/>
        </p:nvSpPr>
        <p:spPr>
          <a:xfrm>
            <a:off x="73152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7D87A05-5E32-0599-2C2F-1972E7ABEBDC}"/>
              </a:ext>
            </a:extLst>
          </p:cNvPr>
          <p:cNvSpPr txBox="1"/>
          <p:nvPr/>
        </p:nvSpPr>
        <p:spPr>
          <a:xfrm>
            <a:off x="1143000" y="1709928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B9C6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Unsafe / restricted testing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FA65D34-86E8-6DC8-4F6A-E29D3E4EACE8}"/>
              </a:ext>
            </a:extLst>
          </p:cNvPr>
          <p:cNvSpPr txBox="1"/>
          <p:nvPr/>
        </p:nvSpPr>
        <p:spPr>
          <a:xfrm>
            <a:off x="11430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CB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BE1BE68-0717-9226-B406-EBA34427D473}"/>
              </a:ext>
            </a:extLst>
          </p:cNvPr>
          <p:cNvSpPr txBox="1"/>
          <p:nvPr/>
        </p:nvSpPr>
        <p:spPr>
          <a:xfrm>
            <a:off x="1417320" y="2057400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synthetic test environment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5647F7A7-2E5F-5CB8-1FF4-152C54E1B3C3}"/>
              </a:ext>
            </a:extLst>
          </p:cNvPr>
          <p:cNvSpPr/>
          <p:nvPr/>
        </p:nvSpPr>
        <p:spPr>
          <a:xfrm>
            <a:off x="6254496" y="1600200"/>
            <a:ext cx="538581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52622D12-86C9-52DF-F4CC-D385D7305A27}"/>
              </a:ext>
            </a:extLst>
          </p:cNvPr>
          <p:cNvSpPr/>
          <p:nvPr/>
        </p:nvSpPr>
        <p:spPr>
          <a:xfrm>
            <a:off x="6437376" y="17830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6219297-5C78-7A8A-3C09-A28C3F38567B}"/>
              </a:ext>
            </a:extLst>
          </p:cNvPr>
          <p:cNvSpPr txBox="1"/>
          <p:nvPr/>
        </p:nvSpPr>
        <p:spPr>
          <a:xfrm>
            <a:off x="6437376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D89FFFA-801F-8D6D-841F-B99FFC771A7D}"/>
              </a:ext>
            </a:extLst>
          </p:cNvPr>
          <p:cNvSpPr txBox="1"/>
          <p:nvPr/>
        </p:nvSpPr>
        <p:spPr>
          <a:xfrm>
            <a:off x="6848856" y="1709928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B9C6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API connectivity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5C3D5692-0414-443B-FFC2-FF93CBB6C9B8}"/>
              </a:ext>
            </a:extLst>
          </p:cNvPr>
          <p:cNvSpPr txBox="1"/>
          <p:nvPr/>
        </p:nvSpPr>
        <p:spPr>
          <a:xfrm>
            <a:off x="6848856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CB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B6528C19-3B5D-2648-C02F-F29C760AA1A0}"/>
              </a:ext>
            </a:extLst>
          </p:cNvPr>
          <p:cNvSpPr txBox="1"/>
          <p:nvPr/>
        </p:nvSpPr>
        <p:spPr>
          <a:xfrm>
            <a:off x="7123176" y="2057400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Standards-aligned interoperability (FHIR + SNOMED CT-AU + ICD-10-AM)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BAC0463-F263-7ACD-2B8C-7AA637E81828}"/>
              </a:ext>
            </a:extLst>
          </p:cNvPr>
          <p:cNvSpPr/>
          <p:nvPr/>
        </p:nvSpPr>
        <p:spPr>
          <a:xfrm>
            <a:off x="548640" y="3035808"/>
            <a:ext cx="538581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9595B1C8-457C-1BDF-FB3A-88A19D80FAAC}"/>
              </a:ext>
            </a:extLst>
          </p:cNvPr>
          <p:cNvSpPr/>
          <p:nvPr/>
        </p:nvSpPr>
        <p:spPr>
          <a:xfrm>
            <a:off x="731520" y="32186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C2D2CABC-C695-91B9-FF6E-60CF653DD0EE}"/>
              </a:ext>
            </a:extLst>
          </p:cNvPr>
          <p:cNvSpPr txBox="1"/>
          <p:nvPr/>
        </p:nvSpPr>
        <p:spPr>
          <a:xfrm>
            <a:off x="73152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F9A91574-85D1-6B4D-AF5F-903E40021692}"/>
              </a:ext>
            </a:extLst>
          </p:cNvPr>
          <p:cNvSpPr txBox="1"/>
          <p:nvPr/>
        </p:nvSpPr>
        <p:spPr>
          <a:xfrm>
            <a:off x="1143000" y="3145536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B9C6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generation only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27119724-EC62-6135-814E-7188DE7BA7BB}"/>
              </a:ext>
            </a:extLst>
          </p:cNvPr>
          <p:cNvSpPr txBox="1"/>
          <p:nvPr/>
        </p:nvSpPr>
        <p:spPr>
          <a:xfrm>
            <a:off x="114300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CB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CCB0FD95-D1EB-9644-D602-9BAABDE3EF08}"/>
              </a:ext>
            </a:extLst>
          </p:cNvPr>
          <p:cNvSpPr txBox="1"/>
          <p:nvPr/>
        </p:nvSpPr>
        <p:spPr>
          <a:xfrm>
            <a:off x="1417320" y="3493008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clinical coding with known terminology mapping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2712B910-E8B8-59C2-85D3-02EA06B16AE7}"/>
              </a:ext>
            </a:extLst>
          </p:cNvPr>
          <p:cNvSpPr/>
          <p:nvPr/>
        </p:nvSpPr>
        <p:spPr>
          <a:xfrm>
            <a:off x="6254496" y="3035808"/>
            <a:ext cx="538581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BD29BDBB-C66E-83AC-5232-A9FC9B974BFC}"/>
              </a:ext>
            </a:extLst>
          </p:cNvPr>
          <p:cNvSpPr/>
          <p:nvPr/>
        </p:nvSpPr>
        <p:spPr>
          <a:xfrm>
            <a:off x="6437376" y="32186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E4FC70A-B157-6DBF-D407-33012E213874}"/>
              </a:ext>
            </a:extLst>
          </p:cNvPr>
          <p:cNvSpPr txBox="1"/>
          <p:nvPr/>
        </p:nvSpPr>
        <p:spPr>
          <a:xfrm>
            <a:off x="6437376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AB883AC2-B544-A791-8916-712E68E50CD2}"/>
              </a:ext>
            </a:extLst>
          </p:cNvPr>
          <p:cNvSpPr txBox="1"/>
          <p:nvPr/>
        </p:nvSpPr>
        <p:spPr>
          <a:xfrm>
            <a:off x="6848856" y="3145536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B9C6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Happy-path testing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D9FA8C66-9058-0AA1-7631-E2884E152102}"/>
              </a:ext>
            </a:extLst>
          </p:cNvPr>
          <p:cNvSpPr txBox="1"/>
          <p:nvPr/>
        </p:nvSpPr>
        <p:spPr>
          <a:xfrm>
            <a:off x="6848856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CB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9267E901-5A7F-3267-5AD5-6F9DF624F541}"/>
              </a:ext>
            </a:extLst>
          </p:cNvPr>
          <p:cNvSpPr txBox="1"/>
          <p:nvPr/>
        </p:nvSpPr>
        <p:spPr>
          <a:xfrm>
            <a:off x="7123176" y="3493008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Resilience testing (delays, bad data, dropped connections)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2E2CA194-0AB3-4AD9-5E76-42FD6D007F55}"/>
              </a:ext>
            </a:extLst>
          </p:cNvPr>
          <p:cNvSpPr/>
          <p:nvPr/>
        </p:nvSpPr>
        <p:spPr>
          <a:xfrm>
            <a:off x="548640" y="4471416"/>
            <a:ext cx="538581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CC819DFC-7C84-86B0-CBA7-9760566DFAC7}"/>
              </a:ext>
            </a:extLst>
          </p:cNvPr>
          <p:cNvSpPr/>
          <p:nvPr/>
        </p:nvSpPr>
        <p:spPr>
          <a:xfrm>
            <a:off x="731520" y="4654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26F4F9A4-A9E7-63BE-78B7-393056CC950D}"/>
              </a:ext>
            </a:extLst>
          </p:cNvPr>
          <p:cNvSpPr txBox="1"/>
          <p:nvPr/>
        </p:nvSpPr>
        <p:spPr>
          <a:xfrm>
            <a:off x="73152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85C492E6-6214-A6EB-639E-18DAE6A307A0}"/>
              </a:ext>
            </a:extLst>
          </p:cNvPr>
          <p:cNvSpPr txBox="1"/>
          <p:nvPr/>
        </p:nvSpPr>
        <p:spPr>
          <a:xfrm>
            <a:off x="1143000" y="4581144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B9C6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validation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55AE0C61-2652-B42B-E0A5-28F1B1FF773B}"/>
              </a:ext>
            </a:extLst>
          </p:cNvPr>
          <p:cNvSpPr txBox="1"/>
          <p:nvPr/>
        </p:nvSpPr>
        <p:spPr>
          <a:xfrm>
            <a:off x="1143000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CB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A9C2B614-A2BF-BEBD-1A6C-19270EF6F32A}"/>
              </a:ext>
            </a:extLst>
          </p:cNvPr>
          <p:cNvSpPr txBox="1"/>
          <p:nvPr/>
        </p:nvSpPr>
        <p:spPr>
          <a:xfrm>
            <a:off x="1417320" y="4928616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Reusable automated test suite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6A42D560-A99F-0039-0EE3-558303C39235}"/>
              </a:ext>
            </a:extLst>
          </p:cNvPr>
          <p:cNvSpPr/>
          <p:nvPr/>
        </p:nvSpPr>
        <p:spPr>
          <a:xfrm>
            <a:off x="6254496" y="4471416"/>
            <a:ext cx="538581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A6E04458-58D4-172B-85CB-FFA182F32EB0}"/>
              </a:ext>
            </a:extLst>
          </p:cNvPr>
          <p:cNvSpPr/>
          <p:nvPr/>
        </p:nvSpPr>
        <p:spPr>
          <a:xfrm>
            <a:off x="6437376" y="4654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9CC93948-E7F0-91A9-C964-5E114CCCA42F}"/>
              </a:ext>
            </a:extLst>
          </p:cNvPr>
          <p:cNvSpPr txBox="1"/>
          <p:nvPr/>
        </p:nvSpPr>
        <p:spPr>
          <a:xfrm>
            <a:off x="6437376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448B85BC-127D-2349-9F44-C67D287C2722}"/>
              </a:ext>
            </a:extLst>
          </p:cNvPr>
          <p:cNvSpPr txBox="1"/>
          <p:nvPr/>
        </p:nvSpPr>
        <p:spPr>
          <a:xfrm>
            <a:off x="6848856" y="4581144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B9C6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Fragmented tooling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179D5821-F602-FDFF-B90E-4EC3FD188BE3}"/>
              </a:ext>
            </a:extLst>
          </p:cNvPr>
          <p:cNvSpPr txBox="1"/>
          <p:nvPr/>
        </p:nvSpPr>
        <p:spPr>
          <a:xfrm>
            <a:off x="6848856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CB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6F500751-BB6A-BB9A-FF78-C9DD8E85D7C0}"/>
              </a:ext>
            </a:extLst>
          </p:cNvPr>
          <p:cNvSpPr txBox="1"/>
          <p:nvPr/>
        </p:nvSpPr>
        <p:spPr>
          <a:xfrm>
            <a:off x="7123176" y="4928616"/>
            <a:ext cx="4334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Single, unified validation workflow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CB4408B2-337B-B68D-DE3F-00B5EFD660ED}"/>
              </a:ext>
            </a:extLst>
          </p:cNvPr>
          <p:cNvSpPr txBox="1"/>
          <p:nvPr/>
        </p:nvSpPr>
        <p:spPr>
          <a:xfrm>
            <a:off x="548639" y="5952743"/>
            <a:ext cx="11184941" cy="769925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solution: a centralised, vendor-neutral Test Harness — built on synthetic data — that unifies FHIR messaging, terminology validation and automated resilience testing for MedTalk, before and after production deployment.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2421EC2-20F3-70AB-343E-9B0D2B71FEB7}"/>
              </a:ext>
            </a:extLst>
          </p:cNvPr>
          <p:cNvSpPr txBox="1"/>
          <p:nvPr/>
        </p:nvSpPr>
        <p:spPr>
          <a:xfrm>
            <a:off x="372668" y="393186"/>
            <a:ext cx="964825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5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Analysis From Current State to Test harness</a:t>
            </a:r>
          </a:p>
        </p:txBody>
      </p:sp>
    </p:spTree>
    <p:extLst>
      <p:ext uri="{BB962C8B-B14F-4D97-AF65-F5344CB8AC3E}">
        <p14:creationId xmlns:p14="http://schemas.microsoft.com/office/powerpoint/2010/main" val="3405442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27B8-5D62-9F59-A8A6-52C29D72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DEAC-5A8F-6207-8EFB-5CEEDE44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55" y="39083"/>
            <a:ext cx="10515600" cy="1129992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Solution Overview</a:t>
            </a:r>
            <a:endParaRPr lang="en-US" sz="3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2DAB3-5B75-F490-F504-38ACF6B28FAE}"/>
              </a:ext>
            </a:extLst>
          </p:cNvPr>
          <p:cNvSpPr txBox="1"/>
          <p:nvPr/>
        </p:nvSpPr>
        <p:spPr>
          <a:xfrm>
            <a:off x="350520" y="1089355"/>
            <a:ext cx="11255045" cy="1785519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D019D0A-AEDA-923E-371F-4E28800AABAA}"/>
              </a:ext>
            </a:extLst>
          </p:cNvPr>
          <p:cNvSpPr txBox="1"/>
          <p:nvPr/>
        </p:nvSpPr>
        <p:spPr>
          <a:xfrm>
            <a:off x="586435" y="1303626"/>
            <a:ext cx="822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1E0D2DA-4054-9265-9C83-40AB9C1C5835}"/>
              </a:ext>
            </a:extLst>
          </p:cNvPr>
          <p:cNvSpPr txBox="1"/>
          <p:nvPr/>
        </p:nvSpPr>
        <p:spPr>
          <a:xfrm>
            <a:off x="1221435" y="128229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GB" sz="2400" b="1" dirty="0"/>
              <a:t>Target Objective</a:t>
            </a:r>
            <a:endParaRPr lang="en-US" sz="2400" b="1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1A19E90-0ACD-7F0F-52E0-53FA44BA3F01}"/>
              </a:ext>
            </a:extLst>
          </p:cNvPr>
          <p:cNvSpPr txBox="1"/>
          <p:nvPr/>
        </p:nvSpPr>
        <p:spPr>
          <a:xfrm>
            <a:off x="1221434" y="1863825"/>
            <a:ext cx="9736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GB" sz="2400" dirty="0"/>
              <a:t>Provides a controlled testing environment to mitigate cybersecurity and clinical-safety risks identified in the current-state analysis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0FFB67-F645-1264-A970-309BBC3095D6}"/>
              </a:ext>
            </a:extLst>
          </p:cNvPr>
          <p:cNvSpPr txBox="1"/>
          <p:nvPr/>
        </p:nvSpPr>
        <p:spPr>
          <a:xfrm>
            <a:off x="347676" y="2988090"/>
            <a:ext cx="11255045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5FEED2C-7255-4EFB-839B-22C32EAB0BB7}"/>
              </a:ext>
            </a:extLst>
          </p:cNvPr>
          <p:cNvSpPr txBox="1"/>
          <p:nvPr/>
        </p:nvSpPr>
        <p:spPr>
          <a:xfrm>
            <a:off x="542339" y="3133206"/>
            <a:ext cx="121399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0C51E4C-9D5C-EB56-7D65-0CDD0478C639}"/>
              </a:ext>
            </a:extLst>
          </p:cNvPr>
          <p:cNvSpPr txBox="1"/>
          <p:nvPr/>
        </p:nvSpPr>
        <p:spPr>
          <a:xfrm>
            <a:off x="1221434" y="3077534"/>
            <a:ext cx="7977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GB" sz="2400" b="1" dirty="0"/>
              <a:t>Core Capabilities</a:t>
            </a:r>
            <a:endParaRPr lang="en-US" sz="2400" b="1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A9EB179E-5083-954B-3518-119D6E8C8FD5}"/>
              </a:ext>
            </a:extLst>
          </p:cNvPr>
          <p:cNvSpPr txBox="1"/>
          <p:nvPr/>
        </p:nvSpPr>
        <p:spPr>
          <a:xfrm>
            <a:off x="1221434" y="3808675"/>
            <a:ext cx="98206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GB" sz="2400" dirty="0"/>
              <a:t>Evaluates system interoperability, automated terminology mapping, and end-to-end connector behaviours without exposing real patient information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AE1723-2261-3EDE-BE4F-CF5E58620ECD}"/>
              </a:ext>
            </a:extLst>
          </p:cNvPr>
          <p:cNvSpPr txBox="1"/>
          <p:nvPr/>
        </p:nvSpPr>
        <p:spPr>
          <a:xfrm>
            <a:off x="359055" y="4907195"/>
            <a:ext cx="11255045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5E2A0C02-6436-B466-AE85-19923AE0E3CD}"/>
              </a:ext>
            </a:extLst>
          </p:cNvPr>
          <p:cNvSpPr txBox="1"/>
          <p:nvPr/>
        </p:nvSpPr>
        <p:spPr>
          <a:xfrm>
            <a:off x="565133" y="5124223"/>
            <a:ext cx="822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7019E92-DA0A-AC13-BFD1-8AE70F5D1FA8}"/>
              </a:ext>
            </a:extLst>
          </p:cNvPr>
          <p:cNvSpPr txBox="1"/>
          <p:nvPr/>
        </p:nvSpPr>
        <p:spPr>
          <a:xfrm>
            <a:off x="1289099" y="515403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GB" sz="2400" b="1" dirty="0"/>
              <a:t>Technical Foundation</a:t>
            </a:r>
            <a:endParaRPr lang="en-US" sz="2400" b="1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4949D2A7-5B3A-EB24-3300-630752FB7B44}"/>
              </a:ext>
            </a:extLst>
          </p:cNvPr>
          <p:cNvSpPr txBox="1"/>
          <p:nvPr/>
        </p:nvSpPr>
        <p:spPr>
          <a:xfrm>
            <a:off x="1289099" y="5767681"/>
            <a:ext cx="994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GB" sz="2400" dirty="0"/>
              <a:t>Built entirely on synthetic data pipelines, FHIR R4 specifications, Australian healthcare interoperability standards, and simulated EMR targets.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2585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9283-8487-7B88-F28D-05FF97E6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6B2A-72E4-A5CE-1553-5D78A069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55" y="39083"/>
            <a:ext cx="10515600" cy="112999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600" b="1" dirty="0">
                <a:solidFill>
                  <a:schemeClr val="tx2"/>
                </a:solidFill>
              </a:rPr>
              <a:t>Proposed Solution Architecture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6BD06-F564-9916-6B14-410C91FAFC96}"/>
              </a:ext>
            </a:extLst>
          </p:cNvPr>
          <p:cNvSpPr txBox="1"/>
          <p:nvPr/>
        </p:nvSpPr>
        <p:spPr>
          <a:xfrm>
            <a:off x="1362759" y="5002293"/>
            <a:ext cx="4769511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AD2B1A-8AEC-1A27-200C-5F1A0979B72E}"/>
              </a:ext>
            </a:extLst>
          </p:cNvPr>
          <p:cNvSpPr txBox="1"/>
          <p:nvPr/>
        </p:nvSpPr>
        <p:spPr>
          <a:xfrm>
            <a:off x="6291984" y="947095"/>
            <a:ext cx="4769511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7136B9-03A2-2AA6-946C-3FED2D434A98}"/>
              </a:ext>
            </a:extLst>
          </p:cNvPr>
          <p:cNvSpPr txBox="1"/>
          <p:nvPr/>
        </p:nvSpPr>
        <p:spPr>
          <a:xfrm>
            <a:off x="6291984" y="2974694"/>
            <a:ext cx="4769511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92A3F-1CB4-9ADF-21DC-49F2C53DC69A}"/>
              </a:ext>
            </a:extLst>
          </p:cNvPr>
          <p:cNvSpPr txBox="1"/>
          <p:nvPr/>
        </p:nvSpPr>
        <p:spPr>
          <a:xfrm>
            <a:off x="1362759" y="2974694"/>
            <a:ext cx="4769511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D388E-0C04-BC93-B9E5-6A62D1A79367}"/>
              </a:ext>
            </a:extLst>
          </p:cNvPr>
          <p:cNvSpPr txBox="1"/>
          <p:nvPr/>
        </p:nvSpPr>
        <p:spPr>
          <a:xfrm>
            <a:off x="1362758" y="947095"/>
            <a:ext cx="4769511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aphicFrame>
        <p:nvGraphicFramePr>
          <p:cNvPr id="4" name="TextBox 39">
            <a:extLst>
              <a:ext uri="{FF2B5EF4-FFF2-40B4-BE49-F238E27FC236}">
                <a16:creationId xmlns:a16="http://schemas.microsoft.com/office/drawing/2014/main" id="{D4C0B291-9993-300E-7C38-129CACC64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722694"/>
              </p:ext>
            </p:extLst>
          </p:nvPr>
        </p:nvGraphicFramePr>
        <p:xfrm>
          <a:off x="431597" y="1169075"/>
          <a:ext cx="11401347" cy="5334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5415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18A55-5930-4AB1-FB48-18C23CF3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0EFF9-57A1-E0C6-2B2A-48791614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9375"/>
            <a:ext cx="9995022" cy="116763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design &amp; control mapping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49709-F569-36BD-F439-9ABB5BB84255}"/>
              </a:ext>
            </a:extLst>
          </p:cNvPr>
          <p:cNvSpPr txBox="1"/>
          <p:nvPr/>
        </p:nvSpPr>
        <p:spPr>
          <a:xfrm>
            <a:off x="176425" y="1522267"/>
            <a:ext cx="2679034" cy="3662245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4A962-4E0F-7AF1-E6D4-19BF8AE7B72B}"/>
              </a:ext>
            </a:extLst>
          </p:cNvPr>
          <p:cNvSpPr txBox="1"/>
          <p:nvPr/>
        </p:nvSpPr>
        <p:spPr>
          <a:xfrm>
            <a:off x="130746" y="1395403"/>
            <a:ext cx="2724713" cy="369332"/>
          </a:xfrm>
          <a:prstGeom prst="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EC2AB-99F7-E4E3-33E3-F6E7E830A5AD}"/>
              </a:ext>
            </a:extLst>
          </p:cNvPr>
          <p:cNvSpPr txBox="1"/>
          <p:nvPr/>
        </p:nvSpPr>
        <p:spPr>
          <a:xfrm>
            <a:off x="192314" y="2121416"/>
            <a:ext cx="2580148" cy="173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Synthetic-only patient data; real-identifier ranges (e.g. IHI prefix 800360) rejected before use.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E3A044-776F-D302-D2DA-A94F1B3A6FBA}"/>
              </a:ext>
            </a:extLst>
          </p:cNvPr>
          <p:cNvSpPr txBox="1"/>
          <p:nvPr/>
        </p:nvSpPr>
        <p:spPr>
          <a:xfrm>
            <a:off x="3100137" y="1381964"/>
            <a:ext cx="2815385" cy="3809029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B6F522-F29A-5760-AD7C-CF3900CDDFFE}"/>
              </a:ext>
            </a:extLst>
          </p:cNvPr>
          <p:cNvSpPr txBox="1"/>
          <p:nvPr/>
        </p:nvSpPr>
        <p:spPr>
          <a:xfrm>
            <a:off x="6084779" y="1397420"/>
            <a:ext cx="2790519" cy="3793573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4CA2E-D845-DC58-6A3F-9E76D45BE071}"/>
              </a:ext>
            </a:extLst>
          </p:cNvPr>
          <p:cNvSpPr txBox="1"/>
          <p:nvPr/>
        </p:nvSpPr>
        <p:spPr>
          <a:xfrm>
            <a:off x="9041330" y="1546260"/>
            <a:ext cx="2791322" cy="3662245"/>
          </a:xfrm>
          <a:prstGeom prst="rect">
            <a:avLst/>
          </a:prstGeom>
          <a:solidFill>
            <a:srgbClr val="F4F7FD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43E4F0-6835-EE80-396F-BD16863E0FD1}"/>
              </a:ext>
            </a:extLst>
          </p:cNvPr>
          <p:cNvSpPr txBox="1"/>
          <p:nvPr/>
        </p:nvSpPr>
        <p:spPr>
          <a:xfrm>
            <a:off x="3088105" y="1381964"/>
            <a:ext cx="2851518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8ADBDB-7A64-6F80-9476-B364541CDDA1}"/>
              </a:ext>
            </a:extLst>
          </p:cNvPr>
          <p:cNvSpPr txBox="1"/>
          <p:nvPr/>
        </p:nvSpPr>
        <p:spPr>
          <a:xfrm>
            <a:off x="6082410" y="1395404"/>
            <a:ext cx="2779289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A29AA4-0835-BCDA-7593-DE28AAB84ADB}"/>
              </a:ext>
            </a:extLst>
          </p:cNvPr>
          <p:cNvSpPr txBox="1"/>
          <p:nvPr/>
        </p:nvSpPr>
        <p:spPr>
          <a:xfrm>
            <a:off x="9030956" y="1381964"/>
            <a:ext cx="2791323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/ Recover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259082-0D99-C95D-C04D-D96A70C80AF3}"/>
              </a:ext>
            </a:extLst>
          </p:cNvPr>
          <p:cNvSpPr txBox="1"/>
          <p:nvPr/>
        </p:nvSpPr>
        <p:spPr>
          <a:xfrm>
            <a:off x="3175514" y="2077663"/>
            <a:ext cx="2654969" cy="2066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+ OAuth 2.0 at login; tenant isolation between connectors; input validation on FHIR resources.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F1001-3A25-7A08-A82A-EB49143CC42C}"/>
              </a:ext>
            </a:extLst>
          </p:cNvPr>
          <p:cNvSpPr txBox="1"/>
          <p:nvPr/>
        </p:nvSpPr>
        <p:spPr>
          <a:xfrm>
            <a:off x="6160200" y="2105561"/>
            <a:ext cx="2739198" cy="1734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handling surfaces malformed data, slow responses and dropped connections during test runs.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B68B76-B636-F5EB-83D8-83D74ABE3177}"/>
              </a:ext>
            </a:extLst>
          </p:cNvPr>
          <p:cNvSpPr txBox="1"/>
          <p:nvPr/>
        </p:nvSpPr>
        <p:spPr>
          <a:xfrm>
            <a:off x="9065430" y="2077663"/>
            <a:ext cx="2776083" cy="1402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logging for traceability; Stage 2 adds incident response and backup/recovery controls.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8360C2-DB51-8C81-7F1D-4DD54206DD06}"/>
              </a:ext>
            </a:extLst>
          </p:cNvPr>
          <p:cNvSpPr txBox="1"/>
          <p:nvPr/>
        </p:nvSpPr>
        <p:spPr>
          <a:xfrm>
            <a:off x="229413" y="5740990"/>
            <a:ext cx="11588803" cy="338554"/>
          </a:xfrm>
          <a:prstGeom prst="rect">
            <a:avLst/>
          </a:prstGeom>
          <a:solidFill>
            <a:srgbClr val="F4F7F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ties directly into this: the SSO/token gateway is the Protect-layer entry point for the whole harness.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7244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823A8-F845-C40C-233E-3C12D116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cons/shield_white.png">
            <a:extLst>
              <a:ext uri="{FF2B5EF4-FFF2-40B4-BE49-F238E27FC236}">
                <a16:creationId xmlns:a16="http://schemas.microsoft.com/office/drawing/2014/main" id="{1EE97E7F-4E10-9D6A-FA42-151DE1B21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76072"/>
            <a:ext cx="219456" cy="21945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A7940ED-B380-200B-F561-D9AAE996D518}"/>
              </a:ext>
            </a:extLst>
          </p:cNvPr>
          <p:cNvSpPr txBox="1"/>
          <p:nvPr/>
        </p:nvSpPr>
        <p:spPr>
          <a:xfrm>
            <a:off x="316382" y="1463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design &amp; control mapping</a:t>
            </a:r>
            <a:endParaRPr lang="en-US" sz="35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322A028-C8FF-7770-3948-69166F595F24}"/>
              </a:ext>
            </a:extLst>
          </p:cNvPr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9CF6639-C60F-15D7-1719-727BC45F4631}"/>
              </a:ext>
            </a:extLst>
          </p:cNvPr>
          <p:cNvSpPr/>
          <p:nvPr/>
        </p:nvSpPr>
        <p:spPr>
          <a:xfrm>
            <a:off x="87781" y="778034"/>
            <a:ext cx="7752283" cy="5695918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88FAA0A-24EB-9954-0508-50E9DC3C7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859536"/>
            <a:ext cx="7468210" cy="5394165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9A9C5D78-0B21-ACB1-C2EE-81E8CDFC6DD4}"/>
              </a:ext>
            </a:extLst>
          </p:cNvPr>
          <p:cNvSpPr/>
          <p:nvPr/>
        </p:nvSpPr>
        <p:spPr>
          <a:xfrm>
            <a:off x="7893100" y="316382"/>
            <a:ext cx="3891687" cy="643189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1169A9-F62F-6170-5C02-8D0369E887CD}"/>
              </a:ext>
            </a:extLst>
          </p:cNvPr>
          <p:cNvSpPr txBox="1"/>
          <p:nvPr/>
        </p:nvSpPr>
        <p:spPr>
          <a:xfrm>
            <a:off x="8106809" y="397764"/>
            <a:ext cx="362494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b="1" dirty="0"/>
              <a:t>Federated Access Paths:</a:t>
            </a:r>
            <a:r>
              <a:rPr lang="en-GB" dirty="0"/>
              <a:t> Clinicians use federated SMART on FHIR launches, while testers access via manual sandbox tokens.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Identity Protection (Boundary 1):</a:t>
            </a:r>
            <a:r>
              <a:rPr lang="en-GB" dirty="0"/>
              <a:t> Both authenticated paths converge at the identity gateway to intercept external credential-probing threats.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Pipeline Integrity (Boundary 2):</a:t>
            </a:r>
            <a:r>
              <a:rPr lang="en-GB" dirty="0"/>
              <a:t> Secure serialization tracks data moving through scenario building, synthetic validation, and terminology mapping.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Connectors (Boundary 3):</a:t>
            </a:r>
            <a:r>
              <a:rPr lang="en-GB" dirty="0"/>
              <a:t> Simulated EMR connectors isolate outgoing traffic to mitigate configuration drift from malicious insiders.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320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cons/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45643" y="2148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stack &amp; cost justification</a:t>
            </a:r>
            <a:endParaRPr lang="en-US" sz="35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609344"/>
            <a:ext cx="109728" cy="109728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4721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5564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frontend for scenario builder, live results &amp; connector status — no licence cost.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322576"/>
            <a:ext cx="109728" cy="109728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1945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Node.js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468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serves the sandbox FHIR API equally well — the pick is team-skill led, not technical.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035808"/>
            <a:ext cx="109728" cy="109728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7240" y="29077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+ AU Core</a:t>
            </a: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1821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fit for testing interoperability in an Australian healthcare context.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109728" cy="109728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6210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SNOMED CT-AU → ICD-10-AM / MBS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89534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the clinical and billing terminology mapping under test.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4462272"/>
            <a:ext cx="109728" cy="109728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77240" y="43342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+ OAuth 2.0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60857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authentication approach behind the login gateway on the previous slide.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175504"/>
            <a:ext cx="109728" cy="109728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77240" y="50474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Newman</a:t>
            </a:r>
            <a:endParaRPr lang="en-US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3218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protocol-level API validation that unit tests alone can't cover.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858000" y="1554480"/>
            <a:ext cx="480060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223760" y="1874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project cost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223760" y="21488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 AUD</a:t>
            </a:r>
            <a:endParaRPr lang="en-US" sz="460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29260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+ open-source tools only — no client or College budget allocated.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223760" y="3520440"/>
            <a:ext cx="4069080" cy="0"/>
          </a:xfrm>
          <a:prstGeom prst="line">
            <a:avLst/>
          </a:prstGeom>
          <a:noFill/>
          <a:ln w="12700">
            <a:solidFill>
              <a:srgbClr val="2A4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22376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0" y="3749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excluded — this is a student project, not a commercial build.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223760" y="4407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498080" y="44074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full deployment costs deferred to Stage 2 implementation.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223760" y="50657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498080" y="506577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ROI figure yet — inventing one without incident/labour data would be inappropriate.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86626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cons/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login flow, screen by screen</a:t>
            </a:r>
            <a:endParaRPr lang="en-US" sz="35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301752" y="7223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authentication paths lead to two different role-based hubs — this is what I built and coded.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5F7F8"/>
          </a:solidFill>
          <a:ln w="15875">
            <a:solidFill>
              <a:srgbClr val="DCE2E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Welcome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app gate entry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60320" y="2423160"/>
            <a:ext cx="502920" cy="0"/>
          </a:xfrm>
          <a:prstGeom prst="line">
            <a:avLst/>
          </a:prstGeom>
          <a:noFill/>
          <a:ln w="22225">
            <a:solidFill>
              <a:srgbClr val="0F2A3D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7"/>
          <p:cNvSpPr txBox="1"/>
          <p:nvPr/>
        </p:nvSpPr>
        <p:spPr>
          <a:xfrm>
            <a:off x="2542032" y="20848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7"/>
            <a:ext cx="3191987" cy="2388411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22225">
            <a:solidFill>
              <a:srgbClr val="0F2A3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Shape 9"/>
          <p:cNvSpPr/>
          <p:nvPr/>
        </p:nvSpPr>
        <p:spPr>
          <a:xfrm>
            <a:off x="3246120" y="1289304"/>
            <a:ext cx="3200400" cy="493776"/>
          </a:xfrm>
          <a:prstGeom prst="rect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Text 10"/>
          <p:cNvSpPr txBox="1"/>
          <p:nvPr/>
        </p:nvSpPr>
        <p:spPr>
          <a:xfrm>
            <a:off x="3294583" y="1394461"/>
            <a:ext cx="3108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IDENTITY &amp; ACCESS GATEWAY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46120" y="2487168"/>
            <a:ext cx="3200400" cy="0"/>
          </a:xfrm>
          <a:prstGeom prst="line">
            <a:avLst/>
          </a:prstGeom>
          <a:noFill/>
          <a:ln w="12700">
            <a:solidFill>
              <a:srgbClr val="DCE2E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2"/>
          <p:cNvSpPr txBox="1"/>
          <p:nvPr/>
        </p:nvSpPr>
        <p:spPr>
          <a:xfrm>
            <a:off x="3383280" y="17510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Clinician SSO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21031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Auto-triggered by SMART launch params (?iss= &amp;launch=) — simulates PRODA / AD.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379073" y="264993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Tester Token Entry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394862" y="30083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secret-key entry — authenticates a developer sandbox key, no clinical data touched.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46520" y="1920240"/>
            <a:ext cx="1463040" cy="0"/>
          </a:xfrm>
          <a:prstGeom prst="line">
            <a:avLst/>
          </a:prstGeom>
          <a:noFill/>
          <a:ln w="22225">
            <a:solidFill>
              <a:srgbClr val="155C57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7"/>
          <p:cNvSpPr txBox="1"/>
          <p:nvPr/>
        </p:nvSpPr>
        <p:spPr>
          <a:xfrm>
            <a:off x="653796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5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permissions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46520" y="2880360"/>
            <a:ext cx="1463040" cy="594360"/>
          </a:xfrm>
          <a:prstGeom prst="line">
            <a:avLst/>
          </a:prstGeom>
          <a:noFill/>
          <a:ln w="22225">
            <a:solidFill>
              <a:srgbClr val="C97A2B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19"/>
          <p:cNvSpPr txBox="1"/>
          <p:nvPr/>
        </p:nvSpPr>
        <p:spPr>
          <a:xfrm>
            <a:off x="653796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permissions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955280" y="777240"/>
            <a:ext cx="3566160" cy="1527048"/>
          </a:xfrm>
          <a:prstGeom prst="roundRect">
            <a:avLst>
              <a:gd name="adj" fmla="val 5161"/>
            </a:avLst>
          </a:prstGeom>
          <a:solidFill>
            <a:srgbClr val="EAF4F0"/>
          </a:solidFill>
          <a:ln w="19050">
            <a:solidFill>
              <a:srgbClr val="155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138160" y="914400"/>
            <a:ext cx="384048" cy="384048"/>
          </a:xfrm>
          <a:prstGeom prst="ellipse">
            <a:avLst/>
          </a:prstGeom>
          <a:solidFill>
            <a:srgbClr val="155C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012" y="1014252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64108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3.0A  Clinician Hub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8138160" y="1371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Dr. Alex Smith  ·  Badge: SMART-Active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welcome banner; canvas locked for optimisation metrics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955280" y="2468879"/>
            <a:ext cx="3596640" cy="1508757"/>
          </a:xfrm>
          <a:prstGeom prst="roundRect">
            <a:avLst>
              <a:gd name="adj" fmla="val 5161"/>
            </a:avLst>
          </a:prstGeom>
          <a:solidFill>
            <a:srgbClr val="FCEFE3"/>
          </a:solidFill>
          <a:ln w="19050">
            <a:solidFill>
              <a:srgbClr val="C97A2B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Shape 25"/>
          <p:cNvSpPr/>
          <p:nvPr/>
        </p:nvSpPr>
        <p:spPr>
          <a:xfrm>
            <a:off x="8138160" y="2606040"/>
            <a:ext cx="384048" cy="38404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30" name="Image 2" descr="icons/termin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012" y="2705892"/>
            <a:ext cx="184343" cy="18434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6410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3.0B  System Tester Base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13816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Harness Master Tester  ·  Badge: AU-Sandbox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welcome banner; canvas locked awaiting pipeline config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5F7F8"/>
          </a:solidFill>
          <a:ln w="12700">
            <a:solidFill>
              <a:srgbClr val="DCE2E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Text 29"/>
          <p:cNvSpPr txBox="1"/>
          <p:nvPr/>
        </p:nvSpPr>
        <p:spPr>
          <a:xfrm>
            <a:off x="822960" y="4315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paths?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authenticate through a federated SSO simulation (standing in for PRODA/AD) so no credentials are handled by MedTalk Connect directly. </a:t>
            </a:r>
            <a:r>
              <a:rPr lang="en-US" sz="1600" b="1" dirty="0">
                <a:solidFill>
                  <a:srgbClr val="15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authenticate with a scoped sandbox token</a:t>
            </a:r>
            <a:r>
              <a:rPr lang="en-US" sz="16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they can run harness scenarios without ever touching a clinical identity path — keeping the two trust boundaries described in Section 4 (user access vs. connector isolation) separate from screen one onward.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5626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2912" y="40233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81200" y="8595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Stage 2 will convert the Stage 1 design and Postman PoC into a working test harness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62912" y="1234440"/>
            <a:ext cx="8275320" cy="54864"/>
          </a:xfrm>
          <a:prstGeom prst="rect">
            <a:avLst/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54352" y="1508760"/>
            <a:ext cx="3886200" cy="3611880"/>
          </a:xfrm>
          <a:prstGeom prst="roundRect">
            <a:avLst>
              <a:gd name="adj" fmla="val 1519"/>
            </a:avLst>
          </a:prstGeom>
          <a:solidFill>
            <a:srgbClr val="F4F6FB"/>
          </a:solidFill>
          <a:ln w="12700">
            <a:solidFill>
              <a:srgbClr val="DCE3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6260592" y="1508760"/>
            <a:ext cx="3886200" cy="3611880"/>
          </a:xfrm>
          <a:prstGeom prst="roundRect">
            <a:avLst>
              <a:gd name="adj" fmla="val 1519"/>
            </a:avLst>
          </a:prstGeom>
          <a:solidFill>
            <a:srgbClr val="F4F6FB"/>
          </a:solidFill>
          <a:ln w="12700">
            <a:solidFill>
              <a:srgbClr val="DCE3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273808" y="1728216"/>
            <a:ext cx="868680" cy="228600"/>
          </a:xfrm>
          <a:prstGeom prst="roundRect">
            <a:avLst>
              <a:gd name="adj" fmla="val 28000"/>
            </a:avLst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346960" y="1778508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80048" y="1728216"/>
            <a:ext cx="868680" cy="228600"/>
          </a:xfrm>
          <a:prstGeom prst="roundRect">
            <a:avLst>
              <a:gd name="adj" fmla="val 28000"/>
            </a:avLst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553200" y="1778508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73808" y="20116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Test Harness 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80048" y="20116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Integration, Security &amp;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73808" y="2450592"/>
            <a:ext cx="338328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 backend framework and standards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 Docker Compose environment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Test Harness API + Patient workflow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up PostgreSQL synthetic-data store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 HAPI FHIR validation service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automated test scaffold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0048" y="2450592"/>
            <a:ext cx="33832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 seven failure-mode test cases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slow, malformed, dropped and unavailable simulations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auth, RBAC and tenant isolation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SNOMED CT-AU → ICD-10-AM/MBS mappings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 React scenario/results interface</a:t>
            </a:r>
            <a:endParaRPr lang="en-US" sz="1400" dirty="0"/>
          </a:p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Produce test report and regression evidence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54352" y="5376672"/>
            <a:ext cx="8092440" cy="658368"/>
          </a:xfrm>
          <a:prstGeom prst="roundRect">
            <a:avLst>
              <a:gd name="adj" fmla="val 6944"/>
            </a:avLst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2310384" y="5532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has delivered the architecture, planned tests and a limited Postman PoC. ICT946 will implement and test the complete harness incrementally.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3648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00" dirty="0">
                <a:solidFill>
                  <a:srgbClr val="7D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8A65-6CF0-1A9E-D226-632F4987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8663-CAC8-9555-EB4E-7E738BD7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55" y="39083"/>
            <a:ext cx="10515600" cy="1129992"/>
          </a:xfrm>
        </p:spPr>
        <p:txBody>
          <a:bodyPr>
            <a:normAutofit/>
          </a:bodyPr>
          <a:lstStyle/>
          <a:p>
            <a:pPr algn="just"/>
            <a:r>
              <a:rPr lang="en-US" sz="35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of Concept, Testing and Cybersecurity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85A4F-40E6-A1BA-F3F8-DC1FD5027CF6}"/>
              </a:ext>
            </a:extLst>
          </p:cNvPr>
          <p:cNvSpPr txBox="1"/>
          <p:nvPr/>
        </p:nvSpPr>
        <p:spPr>
          <a:xfrm>
            <a:off x="350520" y="1089355"/>
            <a:ext cx="11255045" cy="1785519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D8DE7F3-444E-D654-CF78-C5AE123A96C4}"/>
              </a:ext>
            </a:extLst>
          </p:cNvPr>
          <p:cNvSpPr txBox="1"/>
          <p:nvPr/>
        </p:nvSpPr>
        <p:spPr>
          <a:xfrm>
            <a:off x="586435" y="1303626"/>
            <a:ext cx="822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519C6E1-0695-0AD2-CB76-A084E34A8410}"/>
              </a:ext>
            </a:extLst>
          </p:cNvPr>
          <p:cNvSpPr txBox="1"/>
          <p:nvPr/>
        </p:nvSpPr>
        <p:spPr>
          <a:xfrm>
            <a:off x="1221435" y="128229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Proof of Concept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D55470B-E2B6-6833-56B6-194FF1AD5C5F}"/>
              </a:ext>
            </a:extLst>
          </p:cNvPr>
          <p:cNvSpPr txBox="1"/>
          <p:nvPr/>
        </p:nvSpPr>
        <p:spPr>
          <a:xfrm>
            <a:off x="1221434" y="1863825"/>
            <a:ext cx="9736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I configured a synthetic FHIR R4 Patient mock endpoint in Postman that responds to GET /</a:t>
            </a:r>
            <a:r>
              <a:rPr lang="en-US" sz="2000" dirty="0" err="1"/>
              <a:t>fhir</a:t>
            </a:r>
            <a:r>
              <a:rPr lang="en-US" sz="2000" dirty="0"/>
              <a:t>/R4/Patient/SYNTH-001 with a synthetic Patient resource and HTTP 200 OK.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B7CCC5-38B6-5581-91AF-4DF4BE5242AB}"/>
              </a:ext>
            </a:extLst>
          </p:cNvPr>
          <p:cNvSpPr txBox="1"/>
          <p:nvPr/>
        </p:nvSpPr>
        <p:spPr>
          <a:xfrm>
            <a:off x="347676" y="2988090"/>
            <a:ext cx="11255045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B13388C-6D0C-309F-D29C-B815BD090CA6}"/>
              </a:ext>
            </a:extLst>
          </p:cNvPr>
          <p:cNvSpPr txBox="1"/>
          <p:nvPr/>
        </p:nvSpPr>
        <p:spPr>
          <a:xfrm>
            <a:off x="542339" y="3133206"/>
            <a:ext cx="121399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9CF8FE5-7439-117D-008F-F76D059AE7B8}"/>
              </a:ext>
            </a:extLst>
          </p:cNvPr>
          <p:cNvSpPr txBox="1"/>
          <p:nvPr/>
        </p:nvSpPr>
        <p:spPr>
          <a:xfrm>
            <a:off x="1221434" y="3077534"/>
            <a:ext cx="7977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/>
              <a:t>Testing and validation</a:t>
            </a: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D6409BA-C1D5-6B9A-EDFA-116DDFE6EFAC}"/>
              </a:ext>
            </a:extLst>
          </p:cNvPr>
          <p:cNvSpPr txBox="1"/>
          <p:nvPr/>
        </p:nvSpPr>
        <p:spPr>
          <a:xfrm>
            <a:off x="1221434" y="3808675"/>
            <a:ext cx="98206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Three tests were executed. The HTTP status and FHIR Patient structure tests passed, while the FHIR-specific Content-Type test failed because application/</a:t>
            </a:r>
            <a:r>
              <a:rPr lang="en-US" sz="2000" dirty="0" err="1"/>
              <a:t>fhir+json</a:t>
            </a:r>
            <a:r>
              <a:rPr lang="en-US" sz="2000" dirty="0"/>
              <a:t> was not configured. The failure was documented for correction and regression testing.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4D7A93-5E34-14CD-BF55-EDDB1ABFC188}"/>
              </a:ext>
            </a:extLst>
          </p:cNvPr>
          <p:cNvSpPr txBox="1"/>
          <p:nvPr/>
        </p:nvSpPr>
        <p:spPr>
          <a:xfrm>
            <a:off x="359055" y="4907195"/>
            <a:ext cx="11255045" cy="1722900"/>
          </a:xfrm>
          <a:prstGeom prst="rect">
            <a:avLst/>
          </a:prstGeom>
          <a:solidFill>
            <a:srgbClr val="F4F7FD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E504D35B-4960-D920-25C5-0818CFA831F6}"/>
              </a:ext>
            </a:extLst>
          </p:cNvPr>
          <p:cNvSpPr txBox="1"/>
          <p:nvPr/>
        </p:nvSpPr>
        <p:spPr>
          <a:xfrm>
            <a:off x="565133" y="5124223"/>
            <a:ext cx="822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C0C469EC-634E-B26C-43C0-CC74677170EA}"/>
              </a:ext>
            </a:extLst>
          </p:cNvPr>
          <p:cNvSpPr txBox="1"/>
          <p:nvPr/>
        </p:nvSpPr>
        <p:spPr>
          <a:xfrm>
            <a:off x="1289099" y="515403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/>
              <a:t>Security, privacy and governance</a:t>
            </a: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9357F957-6328-103D-7016-08BF0D20641D}"/>
              </a:ext>
            </a:extLst>
          </p:cNvPr>
          <p:cNvSpPr txBox="1"/>
          <p:nvPr/>
        </p:nvSpPr>
        <p:spPr>
          <a:xfrm>
            <a:off x="1289099" y="5767681"/>
            <a:ext cx="994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000" dirty="0"/>
              <a:t>The PoC uses synthetic patient data only. NIST CSF 2.0 was used to map data security, access control and monitoring controls, while authentication and stronger security controls remain planned.</a:t>
            </a:r>
          </a:p>
        </p:txBody>
      </p:sp>
    </p:spTree>
    <p:extLst>
      <p:ext uri="{BB962C8B-B14F-4D97-AF65-F5344CB8AC3E}">
        <p14:creationId xmlns:p14="http://schemas.microsoft.com/office/powerpoint/2010/main" val="2183847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368A-05E3-8619-DC72-A5148E40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58C13F-C4B3-543E-E985-C70FDB20FD14}"/>
              </a:ext>
            </a:extLst>
          </p:cNvPr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of Concept, Testing and Cybersecurity Evaluation</a:t>
            </a:r>
            <a:endParaRPr lang="en-US" sz="35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9F6970-B71C-2A24-83E3-0CDEB351F83E}"/>
              </a:ext>
            </a:extLst>
          </p:cNvPr>
          <p:cNvSpPr/>
          <p:nvPr/>
        </p:nvSpPr>
        <p:spPr>
          <a:xfrm>
            <a:off x="533400" y="1691640"/>
            <a:ext cx="6492240" cy="448056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D391B3-D787-38F7-984A-97D08AC9DD6D}"/>
              </a:ext>
            </a:extLst>
          </p:cNvPr>
          <p:cNvSpPr/>
          <p:nvPr/>
        </p:nvSpPr>
        <p:spPr>
          <a:xfrm>
            <a:off x="868680" y="178308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FHIR R4 Patient endpoint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Postman mock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/</a:t>
            </a:r>
            <a:r>
              <a:rPr lang="en-AU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fhir</a:t>
            </a:r>
            <a:r>
              <a:rPr lang="en-A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/R4/Patient/SYNTH-001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 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data only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50E99E-F8D8-7DBE-5103-DFAB6D0EA1CA}"/>
              </a:ext>
            </a:extLst>
          </p:cNvPr>
          <p:cNvSpPr/>
          <p:nvPr/>
        </p:nvSpPr>
        <p:spPr>
          <a:xfrm>
            <a:off x="7299960" y="1691640"/>
            <a:ext cx="4434535" cy="448056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ED8B62E-6B7D-4205-F8FB-ABA5DE9D4951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8C95AC-6F33-3EFE-3C84-A893C2F09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2254"/>
              </p:ext>
            </p:extLst>
          </p:nvPr>
        </p:nvGraphicFramePr>
        <p:xfrm>
          <a:off x="7378958" y="2012229"/>
          <a:ext cx="4279642" cy="3134014"/>
        </p:xfrm>
        <a:graphic>
          <a:graphicData uri="http://schemas.openxmlformats.org/drawingml/2006/table">
            <a:tbl>
              <a:tblPr/>
              <a:tblGrid>
                <a:gridCol w="2139821">
                  <a:extLst>
                    <a:ext uri="{9D8B030D-6E8A-4147-A177-3AD203B41FA5}">
                      <a16:colId xmlns:a16="http://schemas.microsoft.com/office/drawing/2014/main" val="3078894761"/>
                    </a:ext>
                  </a:extLst>
                </a:gridCol>
                <a:gridCol w="2139821">
                  <a:extLst>
                    <a:ext uri="{9D8B030D-6E8A-4147-A177-3AD203B41FA5}">
                      <a16:colId xmlns:a16="http://schemas.microsoft.com/office/drawing/2014/main" val="2213859636"/>
                    </a:ext>
                  </a:extLst>
                </a:gridCol>
              </a:tblGrid>
              <a:tr h="551984"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923513"/>
                  </a:ext>
                </a:extLst>
              </a:tr>
              <a:tr h="551984"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chemeClr val="bg1"/>
                          </a:solidFill>
                        </a:rPr>
                        <a:t>HTTP 200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>
                          <a:solidFill>
                            <a:schemeClr val="bg1"/>
                          </a:solidFill>
                        </a:rPr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212981"/>
                  </a:ext>
                </a:extLst>
              </a:tr>
              <a:tr h="936110"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chemeClr val="bg1"/>
                          </a:solidFill>
                        </a:rPr>
                        <a:t>FHIR Patient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chemeClr val="bg1"/>
                          </a:solidFill>
                        </a:rPr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850138"/>
                  </a:ext>
                </a:extLst>
              </a:tr>
              <a:tr h="551984"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chemeClr val="bg1"/>
                          </a:solidFill>
                        </a:rPr>
                        <a:t>FHIR Content-Type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solidFill>
                            <a:schemeClr val="bg1"/>
                          </a:solidFill>
                        </a:rPr>
                        <a:t>❌ 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77058"/>
                  </a:ext>
                </a:extLst>
              </a:tr>
            </a:tbl>
          </a:graphicData>
        </a:graphic>
      </p:graphicFrame>
      <p:sp>
        <p:nvSpPr>
          <p:cNvPr id="15" name="Rectangle 5">
            <a:extLst>
              <a:ext uri="{FF2B5EF4-FFF2-40B4-BE49-F238E27FC236}">
                <a16:creationId xmlns:a16="http://schemas.microsoft.com/office/drawing/2014/main" id="{661178EF-F53C-99AE-826D-966526733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" y="3693944"/>
            <a:ext cx="578653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/ Privacy: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NIST CSF 2.0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data → Partial data-security implementation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Authentication/RBAC → Planned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Endpoint monitoring → Partial </a:t>
            </a:r>
          </a:p>
        </p:txBody>
      </p:sp>
    </p:spTree>
    <p:extLst>
      <p:ext uri="{BB962C8B-B14F-4D97-AF65-F5344CB8AC3E}">
        <p14:creationId xmlns:p14="http://schemas.microsoft.com/office/powerpoint/2010/main" val="50784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ABFD5-A226-BCB0-E232-DA4EA48CF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990" y="784119"/>
            <a:ext cx="9404019" cy="5289761"/>
          </a:xfrm>
        </p:spPr>
      </p:pic>
    </p:spTree>
    <p:extLst>
      <p:ext uri="{BB962C8B-B14F-4D97-AF65-F5344CB8AC3E}">
        <p14:creationId xmlns:p14="http://schemas.microsoft.com/office/powerpoint/2010/main" val="472975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2912" y="40233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Priorities &amp;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81200" y="8595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B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completed before the test harness is treated as production-adjacent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962912" y="1234440"/>
            <a:ext cx="8275320" cy="54864"/>
          </a:xfrm>
          <a:prstGeom prst="rect">
            <a:avLst/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7264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9216" y="1911096"/>
            <a:ext cx="310896" cy="310896"/>
          </a:xfrm>
          <a:prstGeom prst="ellipse">
            <a:avLst/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2122932" y="1997964"/>
            <a:ext cx="283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29840" y="19019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and retest the failed FHIR Content-Type issue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9216" y="2478024"/>
            <a:ext cx="310896" cy="310896"/>
          </a:xfrm>
          <a:prstGeom prst="ellipse">
            <a:avLst/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122932" y="2564892"/>
            <a:ext cx="283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29840" y="2468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authentication, RBAC and tenant isolation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9216" y="3044952"/>
            <a:ext cx="310896" cy="310896"/>
          </a:xfrm>
          <a:prstGeom prst="ellipse">
            <a:avLst/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122932" y="3131820"/>
            <a:ext cx="283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29840" y="30358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seven failure-mode tests with recorded outcomes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09216" y="3611880"/>
            <a:ext cx="310896" cy="310896"/>
          </a:xfrm>
          <a:prstGeom prst="ellipse">
            <a:avLst/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2122932" y="3698748"/>
            <a:ext cx="283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29840" y="36027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HAPI/AU Core validation and terminology mapping checks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09216" y="4178808"/>
            <a:ext cx="310896" cy="310896"/>
          </a:xfrm>
          <a:prstGeom prst="ellipse">
            <a:avLst/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122932" y="4265676"/>
            <a:ext cx="283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29840" y="4169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logging, monitoring and security/privacy review gates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36080" y="150876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 w="12700">
            <a:solidFill>
              <a:srgbClr val="DCE3F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992112" y="17556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Stage 1 status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2112" y="2148840"/>
            <a:ext cx="28346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PoC demonstrated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Postman tests executed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Pass / 1 Fail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94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full deployment readiness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36080" y="3703320"/>
            <a:ext cx="3337560" cy="1645920"/>
          </a:xfrm>
          <a:prstGeom prst="roundRect">
            <a:avLst>
              <a:gd name="adj" fmla="val 3333"/>
            </a:avLst>
          </a:prstGeom>
          <a:solidFill>
            <a:srgbClr val="182354"/>
          </a:solidFill>
          <a:ln w="12700">
            <a:solidFill>
              <a:srgbClr val="18235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992112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28688" y="4343400"/>
            <a:ext cx="27432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to ICT946 implementation ,but present the current work as a design-stage PoC — not as a production-ready harness.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54352" y="5641848"/>
            <a:ext cx="8092440" cy="384048"/>
          </a:xfrm>
          <a:prstGeom prst="roundRect">
            <a:avLst>
              <a:gd name="adj" fmla="val 11905"/>
            </a:avLst>
          </a:prstGeom>
          <a:solidFill>
            <a:srgbClr val="F4F6FB"/>
          </a:solidFill>
          <a:ln w="12700">
            <a:solidFill>
              <a:srgbClr val="DCE3F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2273808" y="5769864"/>
            <a:ext cx="7635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2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for the audience: the PoC proves feasibility and exposes gaps; Stage 2 proves reliability, security and repeatability.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3648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00" dirty="0">
                <a:solidFill>
                  <a:srgbClr val="7D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377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of work</a:t>
            </a:r>
            <a:endParaRPr lang="en-US" sz="35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143000" y="8961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&amp; Solution Design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754B61-A34D-475C-13EB-BE14A6A92F84}"/>
              </a:ext>
            </a:extLst>
          </p:cNvPr>
          <p:cNvSpPr txBox="1"/>
          <p:nvPr/>
        </p:nvSpPr>
        <p:spPr>
          <a:xfrm>
            <a:off x="667512" y="1186934"/>
            <a:ext cx="813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github.com</a:t>
            </a:r>
            <a:r>
              <a:rPr lang="en-US" dirty="0">
                <a:hlinkClick r:id="rId4"/>
              </a:rPr>
              <a:t>/SkinnySeal17/HEAALTHCARE_SYSTEM/tree/main/</a:t>
            </a:r>
            <a:r>
              <a:rPr lang="en-US" dirty="0" err="1">
                <a:hlinkClick r:id="rId4"/>
              </a:rPr>
              <a:t>Proof_of_Work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184C761-1B21-739F-6738-C80EBC06D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4" y="1656645"/>
            <a:ext cx="5715001" cy="509162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6E8AC52-799F-8644-F780-E86D628B6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80" y="1637225"/>
            <a:ext cx="6137035" cy="513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54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5434-F512-C2DE-BFC2-2C2DF99F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D4E4AA8-3B43-E87D-05DB-2558DA64A8A5}"/>
              </a:ext>
            </a:extLst>
          </p:cNvPr>
          <p:cNvSpPr/>
          <p:nvPr/>
        </p:nvSpPr>
        <p:spPr>
          <a:xfrm>
            <a:off x="274320" y="640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</a:t>
            </a:r>
            <a:endParaRPr lang="en-US" sz="300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C08D31E4-40BE-204B-C05F-1F6CC1192012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3BBC7C-A780-043C-E453-1203691C2246}"/>
              </a:ext>
            </a:extLst>
          </p:cNvPr>
          <p:cNvSpPr txBox="1"/>
          <p:nvPr/>
        </p:nvSpPr>
        <p:spPr>
          <a:xfrm>
            <a:off x="274319" y="907085"/>
            <a:ext cx="1154704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Australian Government. (1988). </a:t>
            </a:r>
            <a:r>
              <a:rPr lang="en-US" i="1" dirty="0"/>
              <a:t>Privacy Act 1988 (</a:t>
            </a:r>
            <a:r>
              <a:rPr lang="en-US" i="1" dirty="0" err="1"/>
              <a:t>Cth</a:t>
            </a:r>
            <a:r>
              <a:rPr lang="en-US" i="1" dirty="0"/>
              <a:t>)</a:t>
            </a:r>
            <a:r>
              <a:rPr lang="en-US" dirty="0"/>
              <a:t>. https://www.legislation.gov.au/Details/C2022C00361</a:t>
            </a:r>
          </a:p>
          <a:p>
            <a:r>
              <a:rPr lang="en-US" dirty="0"/>
              <a:t>Australian Government. (2012). </a:t>
            </a:r>
            <a:r>
              <a:rPr lang="en-US" i="1" dirty="0"/>
              <a:t>My Health Records Act 2012 (</a:t>
            </a:r>
            <a:r>
              <a:rPr lang="en-US" i="1" dirty="0" err="1"/>
              <a:t>Cth</a:t>
            </a:r>
            <a:r>
              <a:rPr lang="en-US" i="1" dirty="0"/>
              <a:t>)</a:t>
            </a:r>
            <a:r>
              <a:rPr lang="en-US" dirty="0"/>
              <a:t>. https://www.legislation.gov.au/Details/C2017C00313</a:t>
            </a:r>
          </a:p>
          <a:p>
            <a:r>
              <a:rPr lang="en-US" dirty="0"/>
              <a:t>Choudhary, J. (2026). </a:t>
            </a:r>
            <a:r>
              <a:rPr lang="en-US" i="1" dirty="0"/>
              <a:t>How to Get Your App Into Epic (2026)</a:t>
            </a:r>
            <a:r>
              <a:rPr lang="en-US" dirty="0"/>
              <a:t>. Nirmitee.io. https://nirmitee.io/blog/how-to-get-your-app-into-epic/</a:t>
            </a:r>
          </a:p>
          <a:p>
            <a:r>
              <a:rPr lang="en-US" dirty="0" err="1"/>
              <a:t>eCQI</a:t>
            </a:r>
            <a:r>
              <a:rPr lang="en-US" dirty="0"/>
              <a:t>. (2025). </a:t>
            </a:r>
            <a:r>
              <a:rPr lang="en-US" i="1" dirty="0"/>
              <a:t>FHIR® - Fast Healthcare Interoperability Resources® - About | </a:t>
            </a:r>
            <a:r>
              <a:rPr lang="en-US" i="1" dirty="0" err="1"/>
              <a:t>eCQI</a:t>
            </a:r>
            <a:r>
              <a:rPr lang="en-US" i="1" dirty="0"/>
              <a:t> Resource Center</a:t>
            </a:r>
            <a:r>
              <a:rPr lang="en-US" dirty="0"/>
              <a:t>. Healthit.gov. https://ecqi.healthit.gov/fhir/about</a:t>
            </a:r>
          </a:p>
          <a:p>
            <a:r>
              <a:rPr lang="en-US" dirty="0"/>
              <a:t>FAZ Australia. (n.d.). </a:t>
            </a:r>
            <a:r>
              <a:rPr lang="en-US" i="1" dirty="0"/>
              <a:t>Project brief and requirements specification</a:t>
            </a:r>
            <a:r>
              <a:rPr lang="en-US" dirty="0"/>
              <a:t> [Unpublished internal document].</a:t>
            </a:r>
          </a:p>
          <a:p>
            <a:r>
              <a:rPr lang="en-US" dirty="0"/>
              <a:t>HL7 Australia. (n.d.). </a:t>
            </a:r>
            <a:r>
              <a:rPr lang="en-US" i="1" dirty="0"/>
              <a:t>AU Core Implementation Guide</a:t>
            </a:r>
            <a:r>
              <a:rPr lang="en-US" dirty="0"/>
              <a:t> (v1.0.0). HL7 International. http://hl7.org.au/fhir/core/</a:t>
            </a:r>
          </a:p>
          <a:p>
            <a:r>
              <a:rPr lang="en-US" dirty="0"/>
              <a:t>HL7 International. (2019). </a:t>
            </a:r>
            <a:r>
              <a:rPr lang="en-US" i="1" dirty="0"/>
              <a:t>HL7 FHIR Release 4 (R4)</a:t>
            </a:r>
            <a:r>
              <a:rPr lang="en-US" dirty="0"/>
              <a:t>. https://hl7.org/fhir/R4/</a:t>
            </a:r>
          </a:p>
          <a:p>
            <a:r>
              <a:rPr lang="en-US" dirty="0" err="1"/>
              <a:t>MediBetter</a:t>
            </a:r>
            <a:r>
              <a:rPr lang="en-US" dirty="0"/>
              <a:t> | Integrations. (2026). Medibetter.com.au. https://medibetter.com.au/integrations/</a:t>
            </a:r>
          </a:p>
          <a:p>
            <a:r>
              <a:rPr lang="en-US" dirty="0" err="1"/>
              <a:t>MediRecords</a:t>
            </a:r>
            <a:r>
              <a:rPr lang="en-US" dirty="0"/>
              <a:t> Connect: Getting Started with Connect &amp; FHIR APIs. (2026). Knowledge Base. https://support.medirecords.com/hc/en-us/articles/13936381648399-MediRecords-Connect-Getting-Started-with-Connect-FHIR-APIs</a:t>
            </a:r>
          </a:p>
          <a:p>
            <a:r>
              <a:rPr lang="en-US" dirty="0"/>
              <a:t>SMART on FHIR. (n.d.). Docs.smarthealthit.org. Retrieved September 11, 2026, from https://docs.smarthealthit.org/</a:t>
            </a:r>
          </a:p>
          <a:p>
            <a:r>
              <a:rPr lang="en-US" dirty="0"/>
              <a:t>Standards Australia. (2007). </a:t>
            </a:r>
            <a:r>
              <a:rPr lang="en-US" i="1" dirty="0"/>
              <a:t>Implementation of HL7 version 2.3.1 messages — Patient administration</a:t>
            </a:r>
            <a:r>
              <a:rPr lang="en-US" dirty="0"/>
              <a:t> (AS 4700.2-2007).</a:t>
            </a:r>
          </a:p>
          <a:p>
            <a:r>
              <a:rPr lang="en-US" dirty="0" err="1"/>
              <a:t>Synapxe</a:t>
            </a:r>
            <a:r>
              <a:rPr lang="en-US" dirty="0"/>
              <a:t> - </a:t>
            </a:r>
            <a:r>
              <a:rPr lang="en-US" dirty="0" err="1"/>
              <a:t>HealthX</a:t>
            </a:r>
            <a:r>
              <a:rPr lang="en-US" dirty="0"/>
              <a:t> Innovation Sandbox. (2023). Healthx.sg. https://innovation.healthx.sg/</a:t>
            </a:r>
          </a:p>
        </p:txBody>
      </p:sp>
    </p:spTree>
    <p:extLst>
      <p:ext uri="{BB962C8B-B14F-4D97-AF65-F5344CB8AC3E}">
        <p14:creationId xmlns:p14="http://schemas.microsoft.com/office/powerpoint/2010/main" val="3577401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D93FFBA-1243-CC9C-E986-0F77D9645309}"/>
              </a:ext>
            </a:extLst>
          </p:cNvPr>
          <p:cNvSpPr/>
          <p:nvPr/>
        </p:nvSpPr>
        <p:spPr>
          <a:xfrm>
            <a:off x="305" y="-32918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1463040"/>
            <a:ext cx="1280160" cy="12801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build/icon_mes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98" y="177027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Pelden  •  Charity Gwese  •  Rikesh Aryal  •  Zubair Adil Soomro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3106</Words>
  <Application>Microsoft Office PowerPoint</Application>
  <PresentationFormat>Widescreen</PresentationFormat>
  <Paragraphs>414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Faz Australia — MedTalk Clinical Documentation Platform: Current State (As-Is) Faz Australia — MedTalk Clinical Documentation Platform: Current State (As-Is) </vt:lpstr>
      <vt:lpstr>Comparative Analysis of existing Solutions</vt:lpstr>
      <vt:lpstr>Technology &amp; Market Survey </vt:lpstr>
      <vt:lpstr>PowerPoint Presentation</vt:lpstr>
      <vt:lpstr>Technical Solution Overview</vt:lpstr>
      <vt:lpstr>Proposed Solution Architecture</vt:lpstr>
      <vt:lpstr>Security design &amp; control mapping</vt:lpstr>
      <vt:lpstr>PowerPoint Presentation</vt:lpstr>
      <vt:lpstr>PowerPoint Presentation</vt:lpstr>
      <vt:lpstr>PowerPoint Presentation</vt:lpstr>
      <vt:lpstr>PowerPoint Presentation</vt:lpstr>
      <vt:lpstr>Proof of Concept, Testing and Cybersecurity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Charity Gwese</dc:creator>
  <cp:lastModifiedBy>sonam pelden</cp:lastModifiedBy>
  <cp:revision>2</cp:revision>
  <dcterms:created xsi:type="dcterms:W3CDTF">2026-09-11T23:05:39Z</dcterms:created>
  <dcterms:modified xsi:type="dcterms:W3CDTF">2026-09-13T13:28:02Z</dcterms:modified>
</cp:coreProperties>
</file>