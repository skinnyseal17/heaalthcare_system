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57" r:id="rId10"/>
    <p:sldId id="256" r:id="rId11"/>
    <p:sldId id="258" r:id="rId12"/>
    <p:sldId id="259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763BE-9A41-40D2-BA6F-2D00CB730218}" v="17" dt="2026-09-12T11:19:47.545"/>
    <p1510:client id="{8374C1BF-11DB-43A2-A663-5EE3E4F08865}" v="89" dt="2026-09-12T00:09:29.7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38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am pelden" userId="2f903a43345a64cb" providerId="LiveId" clId="{436BA98B-5571-47CE-82CC-956A605DEA26}"/>
    <pc:docChg chg="undo custSel addSld delSld modSld">
      <pc:chgData name="sonam pelden" userId="2f903a43345a64cb" providerId="LiveId" clId="{436BA98B-5571-47CE-82CC-956A605DEA26}" dt="2026-09-12T11:25:59.923" v="320" actId="255"/>
      <pc:docMkLst>
        <pc:docMk/>
      </pc:docMkLst>
      <pc:sldChg chg="modSp mod">
        <pc:chgData name="sonam pelden" userId="2f903a43345a64cb" providerId="LiveId" clId="{436BA98B-5571-47CE-82CC-956A605DEA26}" dt="2026-09-12T11:17:15.844" v="246" actId="14100"/>
        <pc:sldMkLst>
          <pc:docMk/>
          <pc:sldMk cId="3337789029" sldId="256"/>
        </pc:sldMkLst>
        <pc:spChg chg="mod">
          <ac:chgData name="sonam pelden" userId="2f903a43345a64cb" providerId="LiveId" clId="{436BA98B-5571-47CE-82CC-956A605DEA26}" dt="2026-09-12T11:17:15.844" v="246" actId="14100"/>
          <ac:spMkLst>
            <pc:docMk/>
            <pc:sldMk cId="3337789029" sldId="256"/>
            <ac:spMk id="2" creationId="{2A419528-92C5-1B1D-810E-5F199FA9E2CF}"/>
          </ac:spMkLst>
        </pc:spChg>
        <pc:spChg chg="mod">
          <ac:chgData name="sonam pelden" userId="2f903a43345a64cb" providerId="LiveId" clId="{436BA98B-5571-47CE-82CC-956A605DEA26}" dt="2026-09-12T11:15:26.333" v="232" actId="208"/>
          <ac:spMkLst>
            <pc:docMk/>
            <pc:sldMk cId="3337789029" sldId="256"/>
            <ac:spMk id="9" creationId="{7B421157-488E-D9AE-91E7-84034AFC56C5}"/>
          </ac:spMkLst>
        </pc:spChg>
        <pc:spChg chg="mod">
          <ac:chgData name="sonam pelden" userId="2f903a43345a64cb" providerId="LiveId" clId="{436BA98B-5571-47CE-82CC-956A605DEA26}" dt="2026-09-12T11:08:45.685" v="199" actId="207"/>
          <ac:spMkLst>
            <pc:docMk/>
            <pc:sldMk cId="3337789029" sldId="256"/>
            <ac:spMk id="10" creationId="{E9F04A71-AD8B-4F19-DE28-58C433C6268D}"/>
          </ac:spMkLst>
        </pc:spChg>
        <pc:spChg chg="mod">
          <ac:chgData name="sonam pelden" userId="2f903a43345a64cb" providerId="LiveId" clId="{436BA98B-5571-47CE-82CC-956A605DEA26}" dt="2026-09-12T11:11:04.617" v="215" actId="1076"/>
          <ac:spMkLst>
            <pc:docMk/>
            <pc:sldMk cId="3337789029" sldId="256"/>
            <ac:spMk id="12" creationId="{67125CE7-FB68-7097-B163-1762226E6918}"/>
          </ac:spMkLst>
        </pc:spChg>
        <pc:spChg chg="mod">
          <ac:chgData name="sonam pelden" userId="2f903a43345a64cb" providerId="LiveId" clId="{436BA98B-5571-47CE-82CC-956A605DEA26}" dt="2026-09-12T11:13:29.398" v="229" actId="1076"/>
          <ac:spMkLst>
            <pc:docMk/>
            <pc:sldMk cId="3337789029" sldId="256"/>
            <ac:spMk id="14" creationId="{4AC87B1D-D030-F909-8122-B0D5E5AE28C3}"/>
          </ac:spMkLst>
        </pc:spChg>
        <pc:spChg chg="mod">
          <ac:chgData name="sonam pelden" userId="2f903a43345a64cb" providerId="LiveId" clId="{436BA98B-5571-47CE-82CC-956A605DEA26}" dt="2026-09-12T11:15:41.698" v="234" actId="208"/>
          <ac:spMkLst>
            <pc:docMk/>
            <pc:sldMk cId="3337789029" sldId="256"/>
            <ac:spMk id="21" creationId="{C990FE73-0E02-1C34-AA18-42C7B0398CD6}"/>
          </ac:spMkLst>
        </pc:spChg>
        <pc:spChg chg="mod">
          <ac:chgData name="sonam pelden" userId="2f903a43345a64cb" providerId="LiveId" clId="{436BA98B-5571-47CE-82CC-956A605DEA26}" dt="2026-09-12T11:15:49.535" v="236" actId="207"/>
          <ac:spMkLst>
            <pc:docMk/>
            <pc:sldMk cId="3337789029" sldId="256"/>
            <ac:spMk id="22" creationId="{9F8D4248-37D3-8F3B-8CE9-F411F3CFB7C5}"/>
          </ac:spMkLst>
        </pc:spChg>
        <pc:spChg chg="mod">
          <ac:chgData name="sonam pelden" userId="2f903a43345a64cb" providerId="LiveId" clId="{436BA98B-5571-47CE-82CC-956A605DEA26}" dt="2026-09-12T11:16:15.215" v="240" actId="208"/>
          <ac:spMkLst>
            <pc:docMk/>
            <pc:sldMk cId="3337789029" sldId="256"/>
            <ac:spMk id="23" creationId="{21548C28-9857-F6D2-24AE-C17754C13271}"/>
          </ac:spMkLst>
        </pc:spChg>
        <pc:spChg chg="mod">
          <ac:chgData name="sonam pelden" userId="2f903a43345a64cb" providerId="LiveId" clId="{436BA98B-5571-47CE-82CC-956A605DEA26}" dt="2026-09-12T11:08:48.582" v="200" actId="207"/>
          <ac:spMkLst>
            <pc:docMk/>
            <pc:sldMk cId="3337789029" sldId="256"/>
            <ac:spMk id="24" creationId="{13CE467C-923C-975A-ABC2-A10B968A1A18}"/>
          </ac:spMkLst>
        </pc:spChg>
        <pc:spChg chg="mod">
          <ac:chgData name="sonam pelden" userId="2f903a43345a64cb" providerId="LiveId" clId="{436BA98B-5571-47CE-82CC-956A605DEA26}" dt="2026-09-12T11:09:04.683" v="203" actId="1076"/>
          <ac:spMkLst>
            <pc:docMk/>
            <pc:sldMk cId="3337789029" sldId="256"/>
            <ac:spMk id="25" creationId="{EB667F95-9F91-A47F-D6CF-2FF8DF03D312}"/>
          </ac:spMkLst>
        </pc:spChg>
        <pc:spChg chg="mod">
          <ac:chgData name="sonam pelden" userId="2f903a43345a64cb" providerId="LiveId" clId="{436BA98B-5571-47CE-82CC-956A605DEA26}" dt="2026-09-12T11:09:23.533" v="205" actId="1076"/>
          <ac:spMkLst>
            <pc:docMk/>
            <pc:sldMk cId="3337789029" sldId="256"/>
            <ac:spMk id="26" creationId="{879781F7-7395-4C76-1E8D-E64132D1FDB9}"/>
          </ac:spMkLst>
        </pc:spChg>
        <pc:spChg chg="mod">
          <ac:chgData name="sonam pelden" userId="2f903a43345a64cb" providerId="LiveId" clId="{436BA98B-5571-47CE-82CC-956A605DEA26}" dt="2026-09-12T11:11:47.104" v="220" actId="1076"/>
          <ac:spMkLst>
            <pc:docMk/>
            <pc:sldMk cId="3337789029" sldId="256"/>
            <ac:spMk id="33" creationId="{518789BA-1176-240F-0041-A0B5DE90EF39}"/>
          </ac:spMkLst>
        </pc:spChg>
        <pc:spChg chg="mod">
          <ac:chgData name="sonam pelden" userId="2f903a43345a64cb" providerId="LiveId" clId="{436BA98B-5571-47CE-82CC-956A605DEA26}" dt="2026-09-12T11:10:46.693" v="213" actId="1076"/>
          <ac:spMkLst>
            <pc:docMk/>
            <pc:sldMk cId="3337789029" sldId="256"/>
            <ac:spMk id="35" creationId="{3C024FC5-42AB-3D7A-1977-B0204D94116B}"/>
          </ac:spMkLst>
        </pc:spChg>
        <pc:spChg chg="mod">
          <ac:chgData name="sonam pelden" userId="2f903a43345a64cb" providerId="LiveId" clId="{436BA98B-5571-47CE-82CC-956A605DEA26}" dt="2026-09-12T11:11:23.108" v="217" actId="1076"/>
          <ac:spMkLst>
            <pc:docMk/>
            <pc:sldMk cId="3337789029" sldId="256"/>
            <ac:spMk id="36" creationId="{0FB80FE4-3EFD-D343-8A06-795CFAD5749B}"/>
          </ac:spMkLst>
        </pc:spChg>
        <pc:spChg chg="mod">
          <ac:chgData name="sonam pelden" userId="2f903a43345a64cb" providerId="LiveId" clId="{436BA98B-5571-47CE-82CC-956A605DEA26}" dt="2026-09-12T11:11:27.915" v="218" actId="255"/>
          <ac:spMkLst>
            <pc:docMk/>
            <pc:sldMk cId="3337789029" sldId="256"/>
            <ac:spMk id="37" creationId="{FEDA8B58-0117-94CA-B844-5669742D2EE3}"/>
          </ac:spMkLst>
        </pc:spChg>
        <pc:spChg chg="mod">
          <ac:chgData name="sonam pelden" userId="2f903a43345a64cb" providerId="LiveId" clId="{436BA98B-5571-47CE-82CC-956A605DEA26}" dt="2026-09-12T11:16:24.182" v="241" actId="1076"/>
          <ac:spMkLst>
            <pc:docMk/>
            <pc:sldMk cId="3337789029" sldId="256"/>
            <ac:spMk id="38" creationId="{44B83765-B5B6-ADA8-B9B8-14DB7B927DF4}"/>
          </ac:spMkLst>
        </pc:spChg>
        <pc:spChg chg="mod">
          <ac:chgData name="sonam pelden" userId="2f903a43345a64cb" providerId="LiveId" clId="{436BA98B-5571-47CE-82CC-956A605DEA26}" dt="2026-09-12T11:16:33.138" v="242" actId="1076"/>
          <ac:spMkLst>
            <pc:docMk/>
            <pc:sldMk cId="3337789029" sldId="256"/>
            <ac:spMk id="39" creationId="{B96F61D1-E691-8440-8957-6E1A75B67F03}"/>
          </ac:spMkLst>
        </pc:spChg>
        <pc:spChg chg="mod">
          <ac:chgData name="sonam pelden" userId="2f903a43345a64cb" providerId="LiveId" clId="{436BA98B-5571-47CE-82CC-956A605DEA26}" dt="2026-09-12T11:17:07.847" v="245" actId="255"/>
          <ac:spMkLst>
            <pc:docMk/>
            <pc:sldMk cId="3337789029" sldId="256"/>
            <ac:spMk id="40" creationId="{F511BE41-DB44-D3B1-0D6D-CAF7D7A3BCBD}"/>
          </ac:spMkLst>
        </pc:spChg>
      </pc:sldChg>
      <pc:sldChg chg="modSp mod">
        <pc:chgData name="sonam pelden" userId="2f903a43345a64cb" providerId="LiveId" clId="{436BA98B-5571-47CE-82CC-956A605DEA26}" dt="2026-09-12T11:07:11.145" v="191" actId="255"/>
        <pc:sldMkLst>
          <pc:docMk/>
          <pc:sldMk cId="1865661211" sldId="257"/>
        </pc:sldMkLst>
        <pc:spChg chg="mod">
          <ac:chgData name="sonam pelden" userId="2f903a43345a64cb" providerId="LiveId" clId="{436BA98B-5571-47CE-82CC-956A605DEA26}" dt="2026-09-12T11:06:02.615" v="183" actId="207"/>
          <ac:spMkLst>
            <pc:docMk/>
            <pc:sldMk cId="1865661211" sldId="257"/>
            <ac:spMk id="5" creationId="{B3BE608F-0140-3045-9240-304F94C6F4F9}"/>
          </ac:spMkLst>
        </pc:spChg>
        <pc:spChg chg="mod">
          <ac:chgData name="sonam pelden" userId="2f903a43345a64cb" providerId="LiveId" clId="{436BA98B-5571-47CE-82CC-956A605DEA26}" dt="2026-09-12T11:07:11.145" v="191" actId="255"/>
          <ac:spMkLst>
            <pc:docMk/>
            <pc:sldMk cId="1865661211" sldId="257"/>
            <ac:spMk id="6" creationId="{772798F5-9DB6-171C-EC7E-B018F3892029}"/>
          </ac:spMkLst>
        </pc:spChg>
        <pc:spChg chg="mod">
          <ac:chgData name="sonam pelden" userId="2f903a43345a64cb" providerId="LiveId" clId="{436BA98B-5571-47CE-82CC-956A605DEA26}" dt="2026-09-12T11:06:33.226" v="187" actId="1076"/>
          <ac:spMkLst>
            <pc:docMk/>
            <pc:sldMk cId="1865661211" sldId="257"/>
            <ac:spMk id="16" creationId="{ED7C5EC4-17BF-620E-9615-897F9C02E6F7}"/>
          </ac:spMkLst>
        </pc:spChg>
        <pc:picChg chg="mod">
          <ac:chgData name="sonam pelden" userId="2f903a43345a64cb" providerId="LiveId" clId="{436BA98B-5571-47CE-82CC-956A605DEA26}" dt="2026-09-12T11:06:43.247" v="188" actId="1076"/>
          <ac:picMkLst>
            <pc:docMk/>
            <pc:sldMk cId="1865661211" sldId="257"/>
            <ac:picMk id="14" creationId="{A7DA5A79-0567-A0E2-742B-ABD85D204007}"/>
          </ac:picMkLst>
        </pc:picChg>
      </pc:sldChg>
      <pc:sldChg chg="modSp mod">
        <pc:chgData name="sonam pelden" userId="2f903a43345a64cb" providerId="LiveId" clId="{436BA98B-5571-47CE-82CC-956A605DEA26}" dt="2026-09-12T11:23:21.120" v="298" actId="14100"/>
        <pc:sldMkLst>
          <pc:docMk/>
          <pc:sldMk cId="3537886712" sldId="258"/>
        </pc:sldMkLst>
        <pc:spChg chg="mod">
          <ac:chgData name="sonam pelden" userId="2f903a43345a64cb" providerId="LiveId" clId="{436BA98B-5571-47CE-82CC-956A605DEA26}" dt="2026-09-12T11:17:37.075" v="250" actId="113"/>
          <ac:spMkLst>
            <pc:docMk/>
            <pc:sldMk cId="3537886712" sldId="258"/>
            <ac:spMk id="2" creationId="{E8DE6D7F-5D5A-269C-2500-9C869F7B9B02}"/>
          </ac:spMkLst>
        </pc:spChg>
        <pc:spChg chg="mod">
          <ac:chgData name="sonam pelden" userId="2f903a43345a64cb" providerId="LiveId" clId="{436BA98B-5571-47CE-82CC-956A605DEA26}" dt="2026-09-12T11:17:48.968" v="251" actId="207"/>
          <ac:spMkLst>
            <pc:docMk/>
            <pc:sldMk cId="3537886712" sldId="258"/>
            <ac:spMk id="3" creationId="{42D59CA6-2283-7F28-8C66-146613B2F2C9}"/>
          </ac:spMkLst>
        </pc:spChg>
        <pc:spChg chg="mod">
          <ac:chgData name="sonam pelden" userId="2f903a43345a64cb" providerId="LiveId" clId="{436BA98B-5571-47CE-82CC-956A605DEA26}" dt="2026-09-12T11:18:03.024" v="254" actId="207"/>
          <ac:spMkLst>
            <pc:docMk/>
            <pc:sldMk cId="3537886712" sldId="258"/>
            <ac:spMk id="4" creationId="{594DEC77-ABC3-7833-8453-3C2B6EDBF2C3}"/>
          </ac:spMkLst>
        </pc:spChg>
        <pc:spChg chg="mod">
          <ac:chgData name="sonam pelden" userId="2f903a43345a64cb" providerId="LiveId" clId="{436BA98B-5571-47CE-82CC-956A605DEA26}" dt="2026-09-12T11:17:59.267" v="253" actId="207"/>
          <ac:spMkLst>
            <pc:docMk/>
            <pc:sldMk cId="3537886712" sldId="258"/>
            <ac:spMk id="5" creationId="{327C6D81-27F0-E1B2-4379-C3AB00D36867}"/>
          </ac:spMkLst>
        </pc:spChg>
        <pc:spChg chg="mod">
          <ac:chgData name="sonam pelden" userId="2f903a43345a64cb" providerId="LiveId" clId="{436BA98B-5571-47CE-82CC-956A605DEA26}" dt="2026-09-12T11:17:54.999" v="252" actId="207"/>
          <ac:spMkLst>
            <pc:docMk/>
            <pc:sldMk cId="3537886712" sldId="258"/>
            <ac:spMk id="6" creationId="{67CBA884-FB72-E29C-8D6B-078660CD7BC1}"/>
          </ac:spMkLst>
        </pc:spChg>
        <pc:spChg chg="mod">
          <ac:chgData name="sonam pelden" userId="2f903a43345a64cb" providerId="LiveId" clId="{436BA98B-5571-47CE-82CC-956A605DEA26}" dt="2026-09-12T11:23:21.120" v="298" actId="14100"/>
          <ac:spMkLst>
            <pc:docMk/>
            <pc:sldMk cId="3537886712" sldId="258"/>
            <ac:spMk id="12" creationId="{EDC42ECB-DBC5-E633-B619-B197C073B3F3}"/>
          </ac:spMkLst>
        </pc:spChg>
      </pc:sldChg>
      <pc:sldChg chg="modSp mod">
        <pc:chgData name="sonam pelden" userId="2f903a43345a64cb" providerId="LiveId" clId="{436BA98B-5571-47CE-82CC-956A605DEA26}" dt="2026-09-12T11:22:33.123" v="288" actId="208"/>
        <pc:sldMkLst>
          <pc:docMk/>
          <pc:sldMk cId="3405442006" sldId="259"/>
        </pc:sldMkLst>
        <pc:spChg chg="mod">
          <ac:chgData name="sonam pelden" userId="2f903a43345a64cb" providerId="LiveId" clId="{436BA98B-5571-47CE-82CC-956A605DEA26}" dt="2026-09-12T11:22:05.123" v="281" actId="207"/>
          <ac:spMkLst>
            <pc:docMk/>
            <pc:sldMk cId="3405442006" sldId="259"/>
            <ac:spMk id="8" creationId="{AC1D31F3-C5C8-C3E3-3F3C-56453E2E3D38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12" creationId="{3A6FD67E-65E2-8EDE-A27E-8D51083E4B19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14" creationId="{57D87A05-5E32-0599-2C2F-1972E7ABEBDC}"/>
          </ac:spMkLst>
        </pc:spChg>
        <pc:spChg chg="mod">
          <ac:chgData name="sonam pelden" userId="2f903a43345a64cb" providerId="LiveId" clId="{436BA98B-5571-47CE-82CC-956A605DEA26}" dt="2026-09-12T11:22:16.799" v="284" actId="207"/>
          <ac:spMkLst>
            <pc:docMk/>
            <pc:sldMk cId="3405442006" sldId="259"/>
            <ac:spMk id="20" creationId="{5647F7A7-2E5F-5CB8-1FF4-152C54E1B3C3}"/>
          </ac:spMkLst>
        </pc:spChg>
        <pc:spChg chg="mod">
          <ac:chgData name="sonam pelden" userId="2f903a43345a64cb" providerId="LiveId" clId="{436BA98B-5571-47CE-82CC-956A605DEA26}" dt="2026-09-12T11:22:09.702" v="282" actId="207"/>
          <ac:spMkLst>
            <pc:docMk/>
            <pc:sldMk cId="3405442006" sldId="259"/>
            <ac:spMk id="32" creationId="{ABAC0463-F263-7ACD-2B8C-7AA637E81828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38" creationId="{F9A91574-85D1-6B4D-AF5F-903E40021692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0" creationId="{27119724-EC62-6135-814E-7188DE7BA7BB}"/>
          </ac:spMkLst>
        </pc:spChg>
        <pc:spChg chg="mod">
          <ac:chgData name="sonam pelden" userId="2f903a43345a64cb" providerId="LiveId" clId="{436BA98B-5571-47CE-82CC-956A605DEA26}" dt="2026-09-12T11:22:19.749" v="285" actId="207"/>
          <ac:spMkLst>
            <pc:docMk/>
            <pc:sldMk cId="3405442006" sldId="259"/>
            <ac:spMk id="44" creationId="{2712B910-E8B8-59C2-85D3-02EA06B16AE7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6" creationId="{BD29BDBB-C66E-83AC-5232-A9FC9B974BFC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48" creationId="{7E4FC70A-B157-6DBF-D407-33012E213874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54" creationId="{9267E901-5A7F-3267-5AD5-6F9DF624F541}"/>
          </ac:spMkLst>
        </pc:spChg>
        <pc:spChg chg="mod">
          <ac:chgData name="sonam pelden" userId="2f903a43345a64cb" providerId="LiveId" clId="{436BA98B-5571-47CE-82CC-956A605DEA26}" dt="2026-09-12T11:22:13.924" v="283" actId="207"/>
          <ac:spMkLst>
            <pc:docMk/>
            <pc:sldMk cId="3405442006" sldId="259"/>
            <ac:spMk id="56" creationId="{2E2CA194-0AB3-4AD9-5E76-42FD6D007F55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62" creationId="{85C492E6-6214-A6EB-639E-18DAE6A307A0}"/>
          </ac:spMkLst>
        </pc:spChg>
        <pc:spChg chg="mod">
          <ac:chgData name="sonam pelden" userId="2f903a43345a64cb" providerId="LiveId" clId="{436BA98B-5571-47CE-82CC-956A605DEA26}" dt="2026-09-12T11:22:23.503" v="286" actId="207"/>
          <ac:spMkLst>
            <pc:docMk/>
            <pc:sldMk cId="3405442006" sldId="259"/>
            <ac:spMk id="68" creationId="{6A42D560-A99F-0039-0EE3-558303C39235}"/>
          </ac:spMkLst>
        </pc:spChg>
        <pc:spChg chg="mod">
          <ac:chgData name="sonam pelden" userId="2f903a43345a64cb" providerId="LiveId" clId="{436BA98B-5571-47CE-82CC-956A605DEA26}" dt="2026-09-12T11:18:34.843" v="256" actId="2711"/>
          <ac:spMkLst>
            <pc:docMk/>
            <pc:sldMk cId="3405442006" sldId="259"/>
            <ac:spMk id="78" creationId="{6F500751-BB6A-BB9A-FF78-C9DD8E85D7C0}"/>
          </ac:spMkLst>
        </pc:spChg>
        <pc:spChg chg="mod">
          <ac:chgData name="sonam pelden" userId="2f903a43345a64cb" providerId="LiveId" clId="{436BA98B-5571-47CE-82CC-956A605DEA26}" dt="2026-09-12T11:22:33.123" v="288" actId="208"/>
          <ac:spMkLst>
            <pc:docMk/>
            <pc:sldMk cId="3405442006" sldId="259"/>
            <ac:spMk id="80" creationId="{CB4408B2-337B-B68D-DE3F-00B5EFD660ED}"/>
          </ac:spMkLst>
        </pc:spChg>
        <pc:spChg chg="mod">
          <ac:chgData name="sonam pelden" userId="2f903a43345a64cb" providerId="LiveId" clId="{436BA98B-5571-47CE-82CC-956A605DEA26}" dt="2026-09-12T11:21:13.362" v="280" actId="1076"/>
          <ac:spMkLst>
            <pc:docMk/>
            <pc:sldMk cId="3405442006" sldId="259"/>
            <ac:spMk id="84" creationId="{B2421EC2-20F3-70AB-343E-9B0D2B71FEB7}"/>
          </ac:spMkLst>
        </pc:spChg>
      </pc:sldChg>
      <pc:sldChg chg="delSp add mod setBg">
        <pc:chgData name="sonam pelden" userId="2f903a43345a64cb" providerId="LiveId" clId="{436BA98B-5571-47CE-82CC-956A605DEA26}" dt="2026-09-12T10:16:13.223" v="9" actId="478"/>
        <pc:sldMkLst>
          <pc:docMk/>
          <pc:sldMk cId="0" sldId="260"/>
        </pc:sldMkLst>
        <pc:spChg chg="del">
          <ac:chgData name="sonam pelden" userId="2f903a43345a64cb" providerId="LiveId" clId="{436BA98B-5571-47CE-82CC-956A605DEA26}" dt="2026-09-12T10:16:13.223" v="9" actId="478"/>
          <ac:spMkLst>
            <pc:docMk/>
            <pc:sldMk cId="0" sldId="260"/>
            <ac:spMk id="10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4:29.888" v="309" actId="255"/>
        <pc:sldMkLst>
          <pc:docMk/>
          <pc:sldMk cId="0" sldId="261"/>
        </pc:sldMkLst>
        <pc:spChg chg="del">
          <ac:chgData name="sonam pelden" userId="2f903a43345a64cb" providerId="LiveId" clId="{436BA98B-5571-47CE-82CC-956A605DEA26}" dt="2026-09-12T10:16:48.521" v="10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17.760" v="308" actId="20577"/>
          <ac:spMkLst>
            <pc:docMk/>
            <pc:sldMk cId="0" sldId="261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2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3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29.888" v="309" actId="255"/>
          <ac:spMkLst>
            <pc:docMk/>
            <pc:sldMk cId="0" sldId="261"/>
            <ac:spMk id="34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1:49.562" v="34" actId="478"/>
          <ac:spMkLst>
            <pc:docMk/>
            <pc:sldMk cId="0" sldId="261"/>
            <ac:spMk id="40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18.415" v="314" actId="255"/>
        <pc:sldMkLst>
          <pc:docMk/>
          <pc:sldMk cId="0" sldId="262"/>
        </pc:sldMkLst>
        <pc:spChg chg="del">
          <ac:chgData name="sonam pelden" userId="2f903a43345a64cb" providerId="LiveId" clId="{436BA98B-5571-47CE-82CC-956A605DEA26}" dt="2026-09-12T10:17:14.277" v="11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10.969" v="313" actId="255"/>
          <ac:spMkLst>
            <pc:docMk/>
            <pc:sldMk cId="0" sldId="262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14:51.993" v="230" actId="207"/>
          <ac:spMkLst>
            <pc:docMk/>
            <pc:sldMk cId="0" sldId="262"/>
            <ac:spMk id="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18.415" v="314" actId="255"/>
          <ac:spMkLst>
            <pc:docMk/>
            <pc:sldMk cId="0" sldId="262"/>
            <ac:spMk id="5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45.327" v="310" actId="255"/>
          <ac:spMkLst>
            <pc:docMk/>
            <pc:sldMk cId="0" sldId="262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4:50.994" v="311" actId="255"/>
          <ac:spMkLst>
            <pc:docMk/>
            <pc:sldMk cId="0" sldId="262"/>
            <ac:spMk id="11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1:55.301" v="35" actId="478"/>
          <ac:spMkLst>
            <pc:docMk/>
            <pc:sldMk cId="0" sldId="262"/>
            <ac:spMk id="12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24.648" v="315" actId="255"/>
        <pc:sldMkLst>
          <pc:docMk/>
          <pc:sldMk cId="0" sldId="263"/>
        </pc:sldMkLst>
        <pc:spChg chg="del">
          <ac:chgData name="sonam pelden" userId="2f903a43345a64cb" providerId="LiveId" clId="{436BA98B-5571-47CE-82CC-956A605DEA26}" dt="2026-09-12T10:18:29.888" v="14" actId="478"/>
          <ac:spMkLst>
            <pc:docMk/>
            <pc:sldMk cId="0" sldId="263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24.648" v="315" actId="255"/>
          <ac:spMkLst>
            <pc:docMk/>
            <pc:sldMk cId="0" sldId="263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8:49.280" v="16" actId="255"/>
          <ac:spMkLst>
            <pc:docMk/>
            <pc:sldMk cId="0" sldId="263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07.798" v="18" actId="255"/>
          <ac:spMkLst>
            <pc:docMk/>
            <pc:sldMk cId="0" sldId="263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40.932" v="19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12.163" v="22" actId="255"/>
          <ac:spMkLst>
            <pc:docMk/>
            <pc:sldMk cId="0" sldId="263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57.959" v="21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27.947" v="24" actId="255"/>
          <ac:spMkLst>
            <pc:docMk/>
            <pc:sldMk cId="0" sldId="263"/>
            <ac:spMk id="1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50.088" v="26" actId="1076"/>
          <ac:spMkLst>
            <pc:docMk/>
            <pc:sldMk cId="0" sldId="263"/>
            <ac:spMk id="1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19:01.247" v="17" actId="255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40.960" v="25" actId="255"/>
          <ac:spMkLst>
            <pc:docMk/>
            <pc:sldMk cId="0" sldId="263"/>
            <ac:spMk id="1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0:59.076" v="27" actId="255"/>
          <ac:spMkLst>
            <pc:docMk/>
            <pc:sldMk cId="0" sldId="263"/>
            <ac:spMk id="1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07.324" v="28" actId="255"/>
          <ac:spMkLst>
            <pc:docMk/>
            <pc:sldMk cId="0" sldId="263"/>
            <ac:spMk id="2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12.011" v="29" actId="255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17.817" v="30" actId="25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23.151" v="31" actId="255"/>
          <ac:spMkLst>
            <pc:docMk/>
            <pc:sldMk cId="0" sldId="263"/>
            <ac:spMk id="25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28.227" v="32" actId="25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1:35.488" v="33" actId="255"/>
          <ac:spMkLst>
            <pc:docMk/>
            <pc:sldMk cId="0" sldId="263"/>
            <ac:spMk id="28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2:01.398" v="36" actId="478"/>
          <ac:spMkLst>
            <pc:docMk/>
            <pc:sldMk cId="0" sldId="263"/>
            <ac:spMk id="29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36.942" v="317" actId="1076"/>
        <pc:sldMkLst>
          <pc:docMk/>
          <pc:sldMk cId="0" sldId="264"/>
        </pc:sldMkLst>
        <pc:spChg chg="del">
          <ac:chgData name="sonam pelden" userId="2f903a43345a64cb" providerId="LiveId" clId="{436BA98B-5571-47CE-82CC-956A605DEA26}" dt="2026-09-12T10:22:08.956" v="37" actId="478"/>
          <ac:spMkLst>
            <pc:docMk/>
            <pc:sldMk cId="0" sldId="264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36.942" v="317" actId="1076"/>
          <ac:spMkLst>
            <pc:docMk/>
            <pc:sldMk cId="0" sldId="264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20.926" v="39" actId="255"/>
          <ac:spMkLst>
            <pc:docMk/>
            <pc:sldMk cId="0" sldId="264"/>
            <ac:spMk id="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27.129" v="40" actId="255"/>
          <ac:spMkLst>
            <pc:docMk/>
            <pc:sldMk cId="0" sldId="264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34.643" v="41" actId="255"/>
          <ac:spMkLst>
            <pc:docMk/>
            <pc:sldMk cId="0" sldId="264"/>
            <ac:spMk id="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41.487" v="42" actId="255"/>
          <ac:spMkLst>
            <pc:docMk/>
            <pc:sldMk cId="0" sldId="264"/>
            <ac:spMk id="1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47.205" v="43" actId="255"/>
          <ac:spMkLst>
            <pc:docMk/>
            <pc:sldMk cId="0" sldId="264"/>
            <ac:spMk id="1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53.765" v="44" actId="255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2:58.260" v="45" actId="255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03.886" v="46" actId="255"/>
          <ac:spMkLst>
            <pc:docMk/>
            <pc:sldMk cId="0" sldId="264"/>
            <ac:spMk id="1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11.656" v="47" actId="255"/>
          <ac:spMkLst>
            <pc:docMk/>
            <pc:sldMk cId="0" sldId="264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18.287" v="48" actId="255"/>
          <ac:spMkLst>
            <pc:docMk/>
            <pc:sldMk cId="0" sldId="264"/>
            <ac:spMk id="2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23.154" v="49" actId="255"/>
          <ac:spMkLst>
            <pc:docMk/>
            <pc:sldMk cId="0" sldId="264"/>
            <ac:spMk id="2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28.111" v="50" actId="255"/>
          <ac:spMkLst>
            <pc:docMk/>
            <pc:sldMk cId="0" sldId="264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32.809" v="51" actId="255"/>
          <ac:spMkLst>
            <pc:docMk/>
            <pc:sldMk cId="0" sldId="264"/>
            <ac:spMk id="28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38.961" v="52" actId="255"/>
          <ac:spMkLst>
            <pc:docMk/>
            <pc:sldMk cId="0" sldId="264"/>
            <ac:spMk id="3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3:43.959" v="53" actId="255"/>
          <ac:spMkLst>
            <pc:docMk/>
            <pc:sldMk cId="0" sldId="264"/>
            <ac:spMk id="31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3:49.065" v="54" actId="478"/>
          <ac:spMkLst>
            <pc:docMk/>
            <pc:sldMk cId="0" sldId="264"/>
            <ac:spMk id="32" creationId="{00000000-0000-0000-0000-000000000000}"/>
          </ac:spMkLst>
        </pc:spChg>
      </pc:sldChg>
      <pc:sldChg chg="delSp modSp add mod setBg">
        <pc:chgData name="sonam pelden" userId="2f903a43345a64cb" providerId="LiveId" clId="{436BA98B-5571-47CE-82CC-956A605DEA26}" dt="2026-09-12T11:25:45.960" v="318" actId="255"/>
        <pc:sldMkLst>
          <pc:docMk/>
          <pc:sldMk cId="0" sldId="265"/>
        </pc:sldMkLst>
        <pc:spChg chg="del">
          <ac:chgData name="sonam pelden" userId="2f903a43345a64cb" providerId="LiveId" clId="{436BA98B-5571-47CE-82CC-956A605DEA26}" dt="2026-09-12T10:23:55.811" v="55" actId="478"/>
          <ac:spMkLst>
            <pc:docMk/>
            <pc:sldMk cId="0" sldId="265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45.960" v="318" actId="255"/>
          <ac:spMkLst>
            <pc:docMk/>
            <pc:sldMk cId="0" sldId="265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4:38.368" v="60" actId="255"/>
          <ac:spMkLst>
            <pc:docMk/>
            <pc:sldMk cId="0" sldId="265"/>
            <ac:spMk id="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4:11.858" v="57" actId="478"/>
          <ac:spMkLst>
            <pc:docMk/>
            <pc:sldMk cId="0" sldId="265"/>
            <ac:spMk id="6" creationId="{00000000-0000-0000-0000-000000000000}"/>
          </ac:spMkLst>
        </pc:spChg>
        <pc:graphicFrameChg chg="modGraphic">
          <ac:chgData name="sonam pelden" userId="2f903a43345a64cb" providerId="LiveId" clId="{436BA98B-5571-47CE-82CC-956A605DEA26}" dt="2026-09-12T10:24:30.069" v="59" actId="2711"/>
          <ac:graphicFrameMkLst>
            <pc:docMk/>
            <pc:sldMk cId="0" sldId="265"/>
            <ac:graphicFrameMk id="7" creationId="{00000000-0000-0000-0000-000000000000}"/>
          </ac:graphicFrameMkLst>
        </pc:graphicFrameChg>
      </pc:sldChg>
      <pc:sldChg chg="delSp modSp add mod setBg">
        <pc:chgData name="sonam pelden" userId="2f903a43345a64cb" providerId="LiveId" clId="{436BA98B-5571-47CE-82CC-956A605DEA26}" dt="2026-09-12T11:25:53.920" v="319" actId="255"/>
        <pc:sldMkLst>
          <pc:docMk/>
          <pc:sldMk cId="0" sldId="266"/>
        </pc:sldMkLst>
        <pc:spChg chg="del">
          <ac:chgData name="sonam pelden" userId="2f903a43345a64cb" providerId="LiveId" clId="{436BA98B-5571-47CE-82CC-956A605DEA26}" dt="2026-09-12T10:24:47.467" v="6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53.920" v="319" actId="255"/>
          <ac:spMkLst>
            <pc:docMk/>
            <pc:sldMk cId="0" sldId="266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5:18.556" v="65" actId="255"/>
          <ac:spMkLst>
            <pc:docMk/>
            <pc:sldMk cId="0" sldId="266"/>
            <ac:spMk id="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5:24.350" v="66" actId="478"/>
          <ac:spMkLst>
            <pc:docMk/>
            <pc:sldMk cId="0" sldId="266"/>
            <ac:spMk id="6" creationId="{00000000-0000-0000-0000-000000000000}"/>
          </ac:spMkLst>
        </pc:spChg>
        <pc:graphicFrameChg chg="modGraphic">
          <ac:chgData name="sonam pelden" userId="2f903a43345a64cb" providerId="LiveId" clId="{436BA98B-5571-47CE-82CC-956A605DEA26}" dt="2026-09-12T10:25:12.205" v="64" actId="2711"/>
          <ac:graphicFrameMkLst>
            <pc:docMk/>
            <pc:sldMk cId="0" sldId="266"/>
            <ac:graphicFrameMk id="8" creationId="{00000000-0000-0000-0000-000000000000}"/>
          </ac:graphicFrameMkLst>
        </pc:graphicFrameChg>
      </pc:sldChg>
      <pc:sldChg chg="delSp modSp add mod setBg">
        <pc:chgData name="sonam pelden" userId="2f903a43345a64cb" providerId="LiveId" clId="{436BA98B-5571-47CE-82CC-956A605DEA26}" dt="2026-09-12T11:25:59.923" v="320" actId="255"/>
        <pc:sldMkLst>
          <pc:docMk/>
          <pc:sldMk cId="0" sldId="267"/>
        </pc:sldMkLst>
        <pc:spChg chg="del">
          <ac:chgData name="sonam pelden" userId="2f903a43345a64cb" providerId="LiveId" clId="{436BA98B-5571-47CE-82CC-956A605DEA26}" dt="2026-09-12T10:25:35.635" v="67" actId="478"/>
          <ac:spMkLst>
            <pc:docMk/>
            <pc:sldMk cId="0" sldId="267"/>
            <ac:spMk id="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1:25:59.923" v="320" actId="255"/>
          <ac:spMkLst>
            <pc:docMk/>
            <pc:sldMk cId="0" sldId="267"/>
            <ac:spMk id="3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4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9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1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16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0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1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32" creationId="{00000000-0000-0000-0000-000000000000}"/>
          </ac:spMkLst>
        </pc:spChg>
        <pc:spChg chg="mod">
          <ac:chgData name="sonam pelden" userId="2f903a43345a64cb" providerId="LiveId" clId="{436BA98B-5571-47CE-82CC-956A605DEA26}" dt="2026-09-12T10:26:06.907" v="71" actId="2711"/>
          <ac:spMkLst>
            <pc:docMk/>
            <pc:sldMk cId="0" sldId="267"/>
            <ac:spMk id="35" creationId="{00000000-0000-0000-0000-000000000000}"/>
          </ac:spMkLst>
        </pc:spChg>
        <pc:spChg chg="del">
          <ac:chgData name="sonam pelden" userId="2f903a43345a64cb" providerId="LiveId" clId="{436BA98B-5571-47CE-82CC-956A605DEA26}" dt="2026-09-12T10:26:18.681" v="72" actId="478"/>
          <ac:spMkLst>
            <pc:docMk/>
            <pc:sldMk cId="0" sldId="267"/>
            <ac:spMk id="40" creationId="{00000000-0000-0000-0000-000000000000}"/>
          </ac:spMkLst>
        </pc:spChg>
      </pc:sldChg>
      <pc:sldChg chg="addSp modSp add mod setBg">
        <pc:chgData name="sonam pelden" userId="2f903a43345a64cb" providerId="LiveId" clId="{436BA98B-5571-47CE-82CC-956A605DEA26}" dt="2026-09-12T11:20:28.717" v="273" actId="171"/>
        <pc:sldMkLst>
          <pc:docMk/>
          <pc:sldMk cId="0" sldId="268"/>
        </pc:sldMkLst>
        <pc:spChg chg="add ord">
          <ac:chgData name="sonam pelden" userId="2f903a43345a64cb" providerId="LiveId" clId="{436BA98B-5571-47CE-82CC-956A605DEA26}" dt="2026-09-12T11:20:28.717" v="273" actId="171"/>
          <ac:spMkLst>
            <pc:docMk/>
            <pc:sldMk cId="0" sldId="268"/>
            <ac:spMk id="3" creationId="{1D93FFBA-1243-CC9C-E986-0F77D9645309}"/>
          </ac:spMkLst>
        </pc:spChg>
      </pc:sldChg>
      <pc:sldChg chg="add del setBg">
        <pc:chgData name="sonam pelden" userId="2f903a43345a64cb" providerId="LiveId" clId="{436BA98B-5571-47CE-82CC-956A605DEA26}" dt="2026-09-12T11:19:12.605" v="258" actId="47"/>
        <pc:sldMkLst>
          <pc:docMk/>
          <pc:sldMk cId="0" sldId="269"/>
        </pc:sldMkLst>
      </pc:sldChg>
      <pc:sldChg chg="addSp delSp modSp add del mod">
        <pc:chgData name="sonam pelden" userId="2f903a43345a64cb" providerId="LiveId" clId="{436BA98B-5571-47CE-82CC-956A605DEA26}" dt="2026-09-12T11:06:59.431" v="190" actId="47"/>
        <pc:sldMkLst>
          <pc:docMk/>
          <pc:sldMk cId="863725587" sldId="269"/>
        </pc:sldMkLst>
        <pc:spChg chg="mod">
          <ac:chgData name="sonam pelden" userId="2f903a43345a64cb" providerId="LiveId" clId="{436BA98B-5571-47CE-82CC-956A605DEA26}" dt="2026-09-12T10:28:42.492" v="160" actId="20577"/>
          <ac:spMkLst>
            <pc:docMk/>
            <pc:sldMk cId="863725587" sldId="269"/>
            <ac:spMk id="3" creationId="{8CB1592A-13E3-9A4B-3B93-B86227359E2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6" creationId="{3A6DB30F-EE67-261B-2789-FAB3F9010FE4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8" creationId="{892C08F0-9263-CD62-FB58-723B9E5E2B8A}"/>
          </ac:spMkLst>
        </pc:spChg>
        <pc:spChg chg="del mod">
          <ac:chgData name="sonam pelden" userId="2f903a43345a64cb" providerId="LiveId" clId="{436BA98B-5571-47CE-82CC-956A605DEA26}" dt="2026-09-12T10:29:04.045" v="163" actId="478"/>
          <ac:spMkLst>
            <pc:docMk/>
            <pc:sldMk cId="863725587" sldId="269"/>
            <ac:spMk id="12" creationId="{9D583872-13D7-89C7-AC69-95D9F2350F2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3" creationId="{55FE78D3-22EB-A046-4288-2014C0BE3F1F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5" creationId="{0D886F70-DA16-C571-E824-10B7F929AD47}"/>
          </ac:spMkLst>
        </pc:spChg>
        <pc:spChg chg="del">
          <ac:chgData name="sonam pelden" userId="2f903a43345a64cb" providerId="LiveId" clId="{436BA98B-5571-47CE-82CC-956A605DEA26}" dt="2026-09-12T10:29:09.399" v="164" actId="478"/>
          <ac:spMkLst>
            <pc:docMk/>
            <pc:sldMk cId="863725587" sldId="269"/>
            <ac:spMk id="16" creationId="{165ED289-19CB-A034-181C-BCD78667A2D0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18" creationId="{E8A4A5C6-4321-3545-F9EC-C1492012A16D}"/>
          </ac:spMkLst>
        </pc:spChg>
        <pc:spChg chg="del">
          <ac:chgData name="sonam pelden" userId="2f903a43345a64cb" providerId="LiveId" clId="{436BA98B-5571-47CE-82CC-956A605DEA26}" dt="2026-09-12T10:29:12.849" v="165" actId="478"/>
          <ac:spMkLst>
            <pc:docMk/>
            <pc:sldMk cId="863725587" sldId="269"/>
            <ac:spMk id="20" creationId="{45AE24B4-0646-87B1-F83A-BF9EB340A575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1" creationId="{16D7CF85-19FC-EED1-C177-3D2B0E9EA85D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2" creationId="{C08B8A06-A9F8-04D9-C8B7-CF54311FC561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3" creationId="{EA000EBC-D097-1CD2-4C44-14D446B28624}"/>
          </ac:spMkLst>
        </pc:spChg>
        <pc:spChg chg="del">
          <ac:chgData name="sonam pelden" userId="2f903a43345a64cb" providerId="LiveId" clId="{436BA98B-5571-47CE-82CC-956A605DEA26}" dt="2026-09-12T10:29:16.196" v="166" actId="478"/>
          <ac:spMkLst>
            <pc:docMk/>
            <pc:sldMk cId="863725587" sldId="269"/>
            <ac:spMk id="24" creationId="{85CF4EAC-C791-E5B3-3FEC-8BF85E981FEC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6" creationId="{4FBFAF30-523F-AF3C-ABCF-A2D7160E101F}"/>
          </ac:spMkLst>
        </pc:spChg>
        <pc:spChg chg="del">
          <ac:chgData name="sonam pelden" userId="2f903a43345a64cb" providerId="LiveId" clId="{436BA98B-5571-47CE-82CC-956A605DEA26}" dt="2026-09-12T10:29:24.948" v="167" actId="478"/>
          <ac:spMkLst>
            <pc:docMk/>
            <pc:sldMk cId="863725587" sldId="269"/>
            <ac:spMk id="28" creationId="{FFFD57EE-50C6-11BE-23C1-3614B81827F6}"/>
          </ac:spMkLst>
        </pc:spChg>
        <pc:spChg chg="del">
          <ac:chgData name="sonam pelden" userId="2f903a43345a64cb" providerId="LiveId" clId="{436BA98B-5571-47CE-82CC-956A605DEA26}" dt="2026-09-12T10:28:49.991" v="161" actId="478"/>
          <ac:spMkLst>
            <pc:docMk/>
            <pc:sldMk cId="863725587" sldId="269"/>
            <ac:spMk id="29" creationId="{75F45733-C073-89DE-4593-935485881E97}"/>
          </ac:spMkLst>
        </pc:spChg>
        <pc:spChg chg="del">
          <ac:chgData name="sonam pelden" userId="2f903a43345a64cb" providerId="LiveId" clId="{436BA98B-5571-47CE-82CC-956A605DEA26}" dt="2026-09-12T10:29:29.328" v="168" actId="478"/>
          <ac:spMkLst>
            <pc:docMk/>
            <pc:sldMk cId="863725587" sldId="269"/>
            <ac:spMk id="31" creationId="{0D0AF8F5-8256-14DE-A099-D3B88091A2F0}"/>
          </ac:spMkLst>
        </pc:spChg>
        <pc:spChg chg="add mod">
          <ac:chgData name="sonam pelden" userId="2f903a43345a64cb" providerId="LiveId" clId="{436BA98B-5571-47CE-82CC-956A605DEA26}" dt="2026-09-12T11:04:05.112" v="174" actId="2711"/>
          <ac:spMkLst>
            <pc:docMk/>
            <pc:sldMk cId="863725587" sldId="269"/>
            <ac:spMk id="32" creationId="{130345E5-F2FE-3AF5-45D0-BF483464EDEC}"/>
          </ac:spMkLst>
        </pc:spChg>
        <pc:spChg chg="add">
          <ac:chgData name="sonam pelden" userId="2f903a43345a64cb" providerId="LiveId" clId="{436BA98B-5571-47CE-82CC-956A605DEA26}" dt="2026-09-12T11:04:39.994" v="175" actId="22"/>
          <ac:spMkLst>
            <pc:docMk/>
            <pc:sldMk cId="863725587" sldId="269"/>
            <ac:spMk id="35" creationId="{24A1973E-33D7-CEE3-0F37-B4A9132D9ECD}"/>
          </ac:spMkLst>
        </pc:spChg>
      </pc:sldChg>
      <pc:sldChg chg="modSp add del mod">
        <pc:chgData name="sonam pelden" userId="2f903a43345a64cb" providerId="LiveId" clId="{436BA98B-5571-47CE-82CC-956A605DEA26}" dt="2026-09-12T11:20:38.919" v="274" actId="47"/>
        <pc:sldMkLst>
          <pc:docMk/>
          <pc:sldMk cId="2910911471" sldId="269"/>
        </pc:sldMkLst>
        <pc:spChg chg="mod">
          <ac:chgData name="sonam pelden" userId="2f903a43345a64cb" providerId="LiveId" clId="{436BA98B-5571-47CE-82CC-956A605DEA26}" dt="2026-09-12T11:19:59.799" v="260" actId="1076"/>
          <ac:spMkLst>
            <pc:docMk/>
            <pc:sldMk cId="2910911471" sldId="269"/>
            <ac:spMk id="2" creationId="{DC4FB269-F8E9-FED9-BD65-2B934096BF4B}"/>
          </ac:spMkLst>
        </pc:spChg>
      </pc:sldChg>
      <pc:sldChg chg="add del">
        <pc:chgData name="sonam pelden" userId="2f903a43345a64cb" providerId="LiveId" clId="{436BA98B-5571-47CE-82CC-956A605DEA26}" dt="2026-09-12T11:06:47.399" v="189" actId="47"/>
        <pc:sldMkLst>
          <pc:docMk/>
          <pc:sldMk cId="3664682172" sldId="270"/>
        </pc:sldMkLst>
      </pc:sldChg>
    </pc:docChg>
  </pc:docChgLst>
  <pc:docChgLst>
    <pc:chgData name="Charity Gwese" userId="47cf6ea682a7bfa1" providerId="LiveId" clId="{E7309B3C-0CC5-4A93-AA0F-CE276BF7C62E}"/>
    <pc:docChg chg="undo custSel addSld modSld sldOrd">
      <pc:chgData name="Charity Gwese" userId="47cf6ea682a7bfa1" providerId="LiveId" clId="{E7309B3C-0CC5-4A93-AA0F-CE276BF7C62E}" dt="2026-09-12T00:13:27.023" v="634" actId="207"/>
      <pc:docMkLst>
        <pc:docMk/>
      </pc:docMkLst>
      <pc:sldChg chg="addSp delSp modSp new mod ord modClrScheme chgLayout">
        <pc:chgData name="Charity Gwese" userId="47cf6ea682a7bfa1" providerId="LiveId" clId="{E7309B3C-0CC5-4A93-AA0F-CE276BF7C62E}" dt="2026-09-12T00:10:48.935" v="626"/>
        <pc:sldMkLst>
          <pc:docMk/>
          <pc:sldMk cId="3337789029" sldId="256"/>
        </pc:sldMkLst>
        <pc:spChg chg="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2" creationId="{2A419528-92C5-1B1D-810E-5F199FA9E2CF}"/>
          </ac:spMkLst>
        </pc:spChg>
        <pc:spChg chg="del">
          <ac:chgData name="Charity Gwese" userId="47cf6ea682a7bfa1" providerId="LiveId" clId="{E7309B3C-0CC5-4A93-AA0F-CE276BF7C62E}" dt="2026-09-11T23:06:29.257" v="43" actId="34307"/>
          <ac:spMkLst>
            <pc:docMk/>
            <pc:sldMk cId="3337789029" sldId="256"/>
            <ac:spMk id="3" creationId="{723E8470-E10D-42A1-C58C-2C41DE62BF0D}"/>
          </ac:spMkLst>
        </pc:spChg>
        <pc:spChg chg="add del mod">
          <ac:chgData name="Charity Gwese" userId="47cf6ea682a7bfa1" providerId="LiveId" clId="{E7309B3C-0CC5-4A93-AA0F-CE276BF7C62E}" dt="2026-09-11T23:07:06.933" v="46" actId="700"/>
          <ac:spMkLst>
            <pc:docMk/>
            <pc:sldMk cId="3337789029" sldId="256"/>
            <ac:spMk id="6" creationId="{2AE721EA-A9A1-8490-0C87-FF4A09F487E3}"/>
          </ac:spMkLst>
        </pc:spChg>
        <pc:spChg chg="add del mod">
          <ac:chgData name="Charity Gwese" userId="47cf6ea682a7bfa1" providerId="LiveId" clId="{E7309B3C-0CC5-4A93-AA0F-CE276BF7C62E}" dt="2026-09-11T23:07:08.118" v="48"/>
          <ac:spMkLst>
            <pc:docMk/>
            <pc:sldMk cId="3337789029" sldId="256"/>
            <ac:spMk id="7" creationId="{73FA7269-4443-77BF-8CB3-6DD770FD47DE}"/>
          </ac:spMkLst>
        </pc:spChg>
        <pc:spChg chg="add del mod">
          <ac:chgData name="Charity Gwese" userId="47cf6ea682a7bfa1" providerId="LiveId" clId="{E7309B3C-0CC5-4A93-AA0F-CE276BF7C62E}" dt="2026-09-11T23:07:26.835" v="51"/>
          <ac:spMkLst>
            <pc:docMk/>
            <pc:sldMk cId="3337789029" sldId="256"/>
            <ac:spMk id="8" creationId="{F8BD1770-106E-6202-298C-B53D4CB27013}"/>
          </ac:spMkLst>
        </pc:spChg>
        <pc:spChg chg="add mod">
          <ac:chgData name="Charity Gwese" userId="47cf6ea682a7bfa1" providerId="LiveId" clId="{E7309B3C-0CC5-4A93-AA0F-CE276BF7C62E}" dt="2026-09-11T23:34:53.050" v="216" actId="1076"/>
          <ac:spMkLst>
            <pc:docMk/>
            <pc:sldMk cId="3337789029" sldId="256"/>
            <ac:spMk id="9" creationId="{7B421157-488E-D9AE-91E7-84034AFC56C5}"/>
          </ac:spMkLst>
        </pc:spChg>
        <pc:spChg chg="add mod">
          <ac:chgData name="Charity Gwese" userId="47cf6ea682a7bfa1" providerId="LiveId" clId="{E7309B3C-0CC5-4A93-AA0F-CE276BF7C62E}" dt="2026-09-11T23:34:46.168" v="214" actId="1076"/>
          <ac:spMkLst>
            <pc:docMk/>
            <pc:sldMk cId="3337789029" sldId="256"/>
            <ac:spMk id="10" creationId="{E9F04A71-AD8B-4F19-DE28-58C433C6268D}"/>
          </ac:spMkLst>
        </pc:spChg>
        <pc:spChg chg="add mod">
          <ac:chgData name="Charity Gwese" userId="47cf6ea682a7bfa1" providerId="LiveId" clId="{E7309B3C-0CC5-4A93-AA0F-CE276BF7C62E}" dt="2026-09-11T23:34:57.578" v="217" actId="1076"/>
          <ac:spMkLst>
            <pc:docMk/>
            <pc:sldMk cId="3337789029" sldId="256"/>
            <ac:spMk id="12" creationId="{67125CE7-FB68-7097-B163-1762226E6918}"/>
          </ac:spMkLst>
        </pc:spChg>
        <pc:spChg chg="add mod">
          <ac:chgData name="Charity Gwese" userId="47cf6ea682a7bfa1" providerId="LiveId" clId="{E7309B3C-0CC5-4A93-AA0F-CE276BF7C62E}" dt="2026-09-11T23:35:02.537" v="218" actId="1076"/>
          <ac:spMkLst>
            <pc:docMk/>
            <pc:sldMk cId="3337789029" sldId="256"/>
            <ac:spMk id="14" creationId="{4AC87B1D-D030-F909-8122-B0D5E5AE28C3}"/>
          </ac:spMkLst>
        </pc:spChg>
        <pc:spChg chg="add del mod">
          <ac:chgData name="Charity Gwese" userId="47cf6ea682a7bfa1" providerId="LiveId" clId="{E7309B3C-0CC5-4A93-AA0F-CE276BF7C62E}" dt="2026-09-11T23:14:19.205" v="88" actId="21"/>
          <ac:spMkLst>
            <pc:docMk/>
            <pc:sldMk cId="3337789029" sldId="256"/>
            <ac:spMk id="15" creationId="{5D1F9445-D278-DFD6-CD9D-FDAD1E56F742}"/>
          </ac:spMkLst>
        </pc:spChg>
        <pc:spChg chg="add del mod">
          <ac:chgData name="Charity Gwese" userId="47cf6ea682a7bfa1" providerId="LiveId" clId="{E7309B3C-0CC5-4A93-AA0F-CE276BF7C62E}" dt="2026-09-11T23:14:21.257" v="89" actId="21"/>
          <ac:spMkLst>
            <pc:docMk/>
            <pc:sldMk cId="3337789029" sldId="256"/>
            <ac:spMk id="16" creationId="{B402E2FF-ED8F-D1DB-3EDF-B06915241148}"/>
          </ac:spMkLst>
        </pc:spChg>
        <pc:spChg chg="add del mod">
          <ac:chgData name="Charity Gwese" userId="47cf6ea682a7bfa1" providerId="LiveId" clId="{E7309B3C-0CC5-4A93-AA0F-CE276BF7C62E}" dt="2026-09-11T23:14:23.434" v="90" actId="21"/>
          <ac:spMkLst>
            <pc:docMk/>
            <pc:sldMk cId="3337789029" sldId="256"/>
            <ac:spMk id="17" creationId="{57BE9714-9B94-D328-2372-C363017B3A5D}"/>
          </ac:spMkLst>
        </pc:spChg>
        <pc:spChg chg="add del mod">
          <ac:chgData name="Charity Gwese" userId="47cf6ea682a7bfa1" providerId="LiveId" clId="{E7309B3C-0CC5-4A93-AA0F-CE276BF7C62E}" dt="2026-09-11T23:16:11.981" v="103" actId="21"/>
          <ac:spMkLst>
            <pc:docMk/>
            <pc:sldMk cId="3337789029" sldId="256"/>
            <ac:spMk id="18" creationId="{4E693B2B-BA19-3AB5-4267-267638ADEB6D}"/>
          </ac:spMkLst>
        </pc:spChg>
        <pc:spChg chg="add del mod">
          <ac:chgData name="Charity Gwese" userId="47cf6ea682a7bfa1" providerId="LiveId" clId="{E7309B3C-0CC5-4A93-AA0F-CE276BF7C62E}" dt="2026-09-11T23:16:13.937" v="104" actId="21"/>
          <ac:spMkLst>
            <pc:docMk/>
            <pc:sldMk cId="3337789029" sldId="256"/>
            <ac:spMk id="19" creationId="{B947ECC7-5927-4CEB-C54E-BBF67D54309E}"/>
          </ac:spMkLst>
        </pc:spChg>
        <pc:spChg chg="add del mod">
          <ac:chgData name="Charity Gwese" userId="47cf6ea682a7bfa1" providerId="LiveId" clId="{E7309B3C-0CC5-4A93-AA0F-CE276BF7C62E}" dt="2026-09-11T23:16:16.401" v="105" actId="21"/>
          <ac:spMkLst>
            <pc:docMk/>
            <pc:sldMk cId="3337789029" sldId="256"/>
            <ac:spMk id="20" creationId="{8B3F9FA1-0696-FD4A-0565-54364DB9F586}"/>
          </ac:spMkLst>
        </pc:spChg>
        <pc:spChg chg="add mod">
          <ac:chgData name="Charity Gwese" userId="47cf6ea682a7bfa1" providerId="LiveId" clId="{E7309B3C-0CC5-4A93-AA0F-CE276BF7C62E}" dt="2026-09-11T23:35:37.887" v="224" actId="14100"/>
          <ac:spMkLst>
            <pc:docMk/>
            <pc:sldMk cId="3337789029" sldId="256"/>
            <ac:spMk id="21" creationId="{C990FE73-0E02-1C34-AA18-42C7B0398CD6}"/>
          </ac:spMkLst>
        </pc:spChg>
        <pc:spChg chg="add mod">
          <ac:chgData name="Charity Gwese" userId="47cf6ea682a7bfa1" providerId="LiveId" clId="{E7309B3C-0CC5-4A93-AA0F-CE276BF7C62E}" dt="2026-09-11T23:37:12.137" v="238" actId="1076"/>
          <ac:spMkLst>
            <pc:docMk/>
            <pc:sldMk cId="3337789029" sldId="256"/>
            <ac:spMk id="22" creationId="{9F8D4248-37D3-8F3B-8CE9-F411F3CFB7C5}"/>
          </ac:spMkLst>
        </pc:spChg>
        <pc:spChg chg="add mod">
          <ac:chgData name="Charity Gwese" userId="47cf6ea682a7bfa1" providerId="LiveId" clId="{E7309B3C-0CC5-4A93-AA0F-CE276BF7C62E}" dt="2026-09-11T23:36:25.448" v="230" actId="1076"/>
          <ac:spMkLst>
            <pc:docMk/>
            <pc:sldMk cId="3337789029" sldId="256"/>
            <ac:spMk id="23" creationId="{21548C28-9857-F6D2-24AE-C17754C13271}"/>
          </ac:spMkLst>
        </pc:spChg>
        <pc:spChg chg="add mod">
          <ac:chgData name="Charity Gwese" userId="47cf6ea682a7bfa1" providerId="LiveId" clId="{E7309B3C-0CC5-4A93-AA0F-CE276BF7C62E}" dt="2026-09-11T23:36:52.678" v="234" actId="14100"/>
          <ac:spMkLst>
            <pc:docMk/>
            <pc:sldMk cId="3337789029" sldId="256"/>
            <ac:spMk id="24" creationId="{13CE467C-923C-975A-ABC2-A10B968A1A18}"/>
          </ac:spMkLst>
        </pc:spChg>
        <pc:spChg chg="add mod">
          <ac:chgData name="Charity Gwese" userId="47cf6ea682a7bfa1" providerId="LiveId" clId="{E7309B3C-0CC5-4A93-AA0F-CE276BF7C62E}" dt="2026-09-11T23:37:37.938" v="241" actId="20577"/>
          <ac:spMkLst>
            <pc:docMk/>
            <pc:sldMk cId="3337789029" sldId="256"/>
            <ac:spMk id="25" creationId="{EB667F95-9F91-A47F-D6CF-2FF8DF03D312}"/>
          </ac:spMkLst>
        </pc:spChg>
        <pc:spChg chg="add mod">
          <ac:chgData name="Charity Gwese" userId="47cf6ea682a7bfa1" providerId="LiveId" clId="{E7309B3C-0CC5-4A93-AA0F-CE276BF7C62E}" dt="2026-09-11T23:37:42.423" v="242" actId="20577"/>
          <ac:spMkLst>
            <pc:docMk/>
            <pc:sldMk cId="3337789029" sldId="256"/>
            <ac:spMk id="26" creationId="{879781F7-7395-4C76-1E8D-E64132D1FDB9}"/>
          </ac:spMkLst>
        </pc:spChg>
        <pc:spChg chg="add mod">
          <ac:chgData name="Charity Gwese" userId="47cf6ea682a7bfa1" providerId="LiveId" clId="{E7309B3C-0CC5-4A93-AA0F-CE276BF7C62E}" dt="2026-09-11T23:37:08.777" v="236" actId="1076"/>
          <ac:spMkLst>
            <pc:docMk/>
            <pc:sldMk cId="3337789029" sldId="256"/>
            <ac:spMk id="33" creationId="{518789BA-1176-240F-0041-A0B5DE90EF39}"/>
          </ac:spMkLst>
        </pc:spChg>
        <pc:spChg chg="add del mod">
          <ac:chgData name="Charity Gwese" userId="47cf6ea682a7bfa1" providerId="LiveId" clId="{E7309B3C-0CC5-4A93-AA0F-CE276BF7C62E}" dt="2026-09-11T23:24:58.574" v="152"/>
          <ac:spMkLst>
            <pc:docMk/>
            <pc:sldMk cId="3337789029" sldId="256"/>
            <ac:spMk id="34" creationId="{81CAE4A3-9AD5-F499-0F4D-226718A72CE3}"/>
          </ac:spMkLst>
        </pc:spChg>
        <pc:spChg chg="add mod">
          <ac:chgData name="Charity Gwese" userId="47cf6ea682a7bfa1" providerId="LiveId" clId="{E7309B3C-0CC5-4A93-AA0F-CE276BF7C62E}" dt="2026-09-11T23:36:43.912" v="232" actId="1076"/>
          <ac:spMkLst>
            <pc:docMk/>
            <pc:sldMk cId="3337789029" sldId="256"/>
            <ac:spMk id="35" creationId="{3C024FC5-42AB-3D7A-1977-B0204D94116B}"/>
          </ac:spMkLst>
        </pc:spChg>
        <pc:spChg chg="add mod">
          <ac:chgData name="Charity Gwese" userId="47cf6ea682a7bfa1" providerId="LiveId" clId="{E7309B3C-0CC5-4A93-AA0F-CE276BF7C62E}" dt="2026-09-11T23:36:35.560" v="231" actId="1076"/>
          <ac:spMkLst>
            <pc:docMk/>
            <pc:sldMk cId="3337789029" sldId="256"/>
            <ac:spMk id="36" creationId="{0FB80FE4-3EFD-D343-8A06-795CFAD5749B}"/>
          </ac:spMkLst>
        </pc:spChg>
        <pc:spChg chg="add mod">
          <ac:chgData name="Charity Gwese" userId="47cf6ea682a7bfa1" providerId="LiveId" clId="{E7309B3C-0CC5-4A93-AA0F-CE276BF7C62E}" dt="2026-09-11T23:37:18.865" v="239" actId="1076"/>
          <ac:spMkLst>
            <pc:docMk/>
            <pc:sldMk cId="3337789029" sldId="256"/>
            <ac:spMk id="37" creationId="{FEDA8B58-0117-94CA-B844-5669742D2EE3}"/>
          </ac:spMkLst>
        </pc:spChg>
        <pc:spChg chg="add mod">
          <ac:chgData name="Charity Gwese" userId="47cf6ea682a7bfa1" providerId="LiveId" clId="{E7309B3C-0CC5-4A93-AA0F-CE276BF7C62E}" dt="2026-09-11T23:37:00.739" v="235" actId="1076"/>
          <ac:spMkLst>
            <pc:docMk/>
            <pc:sldMk cId="3337789029" sldId="256"/>
            <ac:spMk id="38" creationId="{44B83765-B5B6-ADA8-B9B8-14DB7B927DF4}"/>
          </ac:spMkLst>
        </pc:spChg>
        <pc:spChg chg="add mod">
          <ac:chgData name="Charity Gwese" userId="47cf6ea682a7bfa1" providerId="LiveId" clId="{E7309B3C-0CC5-4A93-AA0F-CE276BF7C62E}" dt="2026-09-11T23:37:24.245" v="240" actId="1076"/>
          <ac:spMkLst>
            <pc:docMk/>
            <pc:sldMk cId="3337789029" sldId="256"/>
            <ac:spMk id="39" creationId="{B96F61D1-E691-8440-8957-6E1A75B67F03}"/>
          </ac:spMkLst>
        </pc:spChg>
        <pc:spChg chg="add mod">
          <ac:chgData name="Charity Gwese" userId="47cf6ea682a7bfa1" providerId="LiveId" clId="{E7309B3C-0CC5-4A93-AA0F-CE276BF7C62E}" dt="2026-09-11T23:34:27.753" v="211" actId="255"/>
          <ac:spMkLst>
            <pc:docMk/>
            <pc:sldMk cId="3337789029" sldId="256"/>
            <ac:spMk id="40" creationId="{F511BE41-DB44-D3B1-0D6D-CAF7D7A3BCBD}"/>
          </ac:spMkLst>
        </pc:spChg>
        <pc:spChg chg="add del 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41" creationId="{B7FED674-C6D3-97C3-019C-4B37CF220387}"/>
          </ac:spMkLst>
        </pc:spChg>
        <pc:spChg chg="add del mod ord">
          <ac:chgData name="Charity Gwese" userId="47cf6ea682a7bfa1" providerId="LiveId" clId="{E7309B3C-0CC5-4A93-AA0F-CE276BF7C62E}" dt="2026-09-11T23:39:09.620" v="244" actId="700"/>
          <ac:spMkLst>
            <pc:docMk/>
            <pc:sldMk cId="3337789029" sldId="256"/>
            <ac:spMk id="42" creationId="{A927EEFC-199D-39AE-6CC1-8A8A04D4A997}"/>
          </ac:spMkLst>
        </pc:spChg>
        <pc:picChg chg="add del mod ord">
          <ac:chgData name="Charity Gwese" userId="47cf6ea682a7bfa1" providerId="LiveId" clId="{E7309B3C-0CC5-4A93-AA0F-CE276BF7C62E}" dt="2026-09-11T23:06:35.478" v="44" actId="21"/>
          <ac:picMkLst>
            <pc:docMk/>
            <pc:sldMk cId="3337789029" sldId="256"/>
            <ac:picMk id="4" creationId="{F74EC3E7-51E6-67AF-CA34-C6A4A63BF6BD}"/>
          </ac:picMkLst>
        </pc:picChg>
        <pc:picChg chg="add del mod">
          <ac:chgData name="Charity Gwese" userId="47cf6ea682a7bfa1" providerId="LiveId" clId="{E7309B3C-0CC5-4A93-AA0F-CE276BF7C62E}" dt="2026-09-11T23:24:58.564" v="150" actId="21"/>
          <ac:picMkLst>
            <pc:docMk/>
            <pc:sldMk cId="3337789029" sldId="256"/>
            <ac:picMk id="28" creationId="{9DC1E339-938C-B125-BDFA-7B6960BCAE0F}"/>
          </ac:picMkLst>
        </pc:picChg>
        <pc:picChg chg="add del mod">
          <ac:chgData name="Charity Gwese" userId="47cf6ea682a7bfa1" providerId="LiveId" clId="{E7309B3C-0CC5-4A93-AA0F-CE276BF7C62E}" dt="2026-09-11T23:22:52.932" v="142" actId="22"/>
          <ac:picMkLst>
            <pc:docMk/>
            <pc:sldMk cId="3337789029" sldId="256"/>
            <ac:picMk id="30" creationId="{DC28537C-A418-5E3F-CBFD-7B390BAEC608}"/>
          </ac:picMkLst>
        </pc:picChg>
        <pc:picChg chg="add del mod">
          <ac:chgData name="Charity Gwese" userId="47cf6ea682a7bfa1" providerId="LiveId" clId="{E7309B3C-0CC5-4A93-AA0F-CE276BF7C62E}" dt="2026-09-11T23:22:48.786" v="139" actId="22"/>
          <ac:picMkLst>
            <pc:docMk/>
            <pc:sldMk cId="3337789029" sldId="256"/>
            <ac:picMk id="32" creationId="{E58F4C33-0613-D31F-3434-725BC51DB9D3}"/>
          </ac:picMkLst>
        </pc:picChg>
      </pc:sldChg>
      <pc:sldChg chg="addSp delSp modSp new mod modClrScheme chgLayout">
        <pc:chgData name="Charity Gwese" userId="47cf6ea682a7bfa1" providerId="LiveId" clId="{E7309B3C-0CC5-4A93-AA0F-CE276BF7C62E}" dt="2026-09-11T23:53:54.127" v="300" actId="5793"/>
        <pc:sldMkLst>
          <pc:docMk/>
          <pc:sldMk cId="1865661211" sldId="257"/>
        </pc:sldMkLst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2" creationId="{75BBA52C-FF9D-C071-D8AE-E5BF2693B563}"/>
          </ac:spMkLst>
        </pc:spChg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3" creationId="{B6EA5323-AFDE-007C-D6D5-79AAE651A38C}"/>
          </ac:spMkLst>
        </pc:spChg>
        <pc:spChg chg="del mod ord">
          <ac:chgData name="Charity Gwese" userId="47cf6ea682a7bfa1" providerId="LiveId" clId="{E7309B3C-0CC5-4A93-AA0F-CE276BF7C62E}" dt="2026-09-11T23:39:35.205" v="246" actId="700"/>
          <ac:spMkLst>
            <pc:docMk/>
            <pc:sldMk cId="1865661211" sldId="257"/>
            <ac:spMk id="4" creationId="{8A93614D-FE41-1311-55A2-6F6D43116FCD}"/>
          </ac:spMkLst>
        </pc:spChg>
        <pc:spChg chg="add mod ord">
          <ac:chgData name="Charity Gwese" userId="47cf6ea682a7bfa1" providerId="LiveId" clId="{E7309B3C-0CC5-4A93-AA0F-CE276BF7C62E}" dt="2026-09-11T23:48:03.856" v="267" actId="27636"/>
          <ac:spMkLst>
            <pc:docMk/>
            <pc:sldMk cId="1865661211" sldId="257"/>
            <ac:spMk id="5" creationId="{B3BE608F-0140-3045-9240-304F94C6F4F9}"/>
          </ac:spMkLst>
        </pc:spChg>
        <pc:spChg chg="add mod ord">
          <ac:chgData name="Charity Gwese" userId="47cf6ea682a7bfa1" providerId="LiveId" clId="{E7309B3C-0CC5-4A93-AA0F-CE276BF7C62E}" dt="2026-09-11T23:53:54.127" v="300" actId="5793"/>
          <ac:spMkLst>
            <pc:docMk/>
            <pc:sldMk cId="1865661211" sldId="257"/>
            <ac:spMk id="6" creationId="{772798F5-9DB6-171C-EC7E-B018F3892029}"/>
          </ac:spMkLst>
        </pc:spChg>
        <pc:spChg chg="add del mod ord">
          <ac:chgData name="Charity Gwese" userId="47cf6ea682a7bfa1" providerId="LiveId" clId="{E7309B3C-0CC5-4A93-AA0F-CE276BF7C62E}" dt="2026-09-11T23:48:47.640" v="270" actId="22"/>
          <ac:spMkLst>
            <pc:docMk/>
            <pc:sldMk cId="1865661211" sldId="257"/>
            <ac:spMk id="7" creationId="{7C703428-D3FB-9A35-3DDB-01973D3CBF31}"/>
          </ac:spMkLst>
        </pc:spChg>
        <pc:spChg chg="add del mod">
          <ac:chgData name="Charity Gwese" userId="47cf6ea682a7bfa1" providerId="LiveId" clId="{E7309B3C-0CC5-4A93-AA0F-CE276BF7C62E}" dt="2026-09-11T23:48:08.065" v="269"/>
          <ac:spMkLst>
            <pc:docMk/>
            <pc:sldMk cId="1865661211" sldId="257"/>
            <ac:spMk id="8" creationId="{4586F74C-58F7-2FF8-DDB2-09716FAE0D32}"/>
          </ac:spMkLst>
        </pc:spChg>
        <pc:spChg chg="add mod">
          <ac:chgData name="Charity Gwese" userId="47cf6ea682a7bfa1" providerId="LiveId" clId="{E7309B3C-0CC5-4A93-AA0F-CE276BF7C62E}" dt="2026-09-11T23:47:11.195" v="261" actId="207"/>
          <ac:spMkLst>
            <pc:docMk/>
            <pc:sldMk cId="1865661211" sldId="257"/>
            <ac:spMk id="10" creationId="{24B799CC-1332-66F5-C081-BB97DC2AB886}"/>
          </ac:spMkLst>
        </pc:spChg>
        <pc:spChg chg="add del">
          <ac:chgData name="Charity Gwese" userId="47cf6ea682a7bfa1" providerId="LiveId" clId="{E7309B3C-0CC5-4A93-AA0F-CE276BF7C62E}" dt="2026-09-11T23:46:25.032" v="258" actId="22"/>
          <ac:spMkLst>
            <pc:docMk/>
            <pc:sldMk cId="1865661211" sldId="257"/>
            <ac:spMk id="12" creationId="{24EA4C88-D2A4-864C-862E-1FF744883167}"/>
          </ac:spMkLst>
        </pc:spChg>
        <pc:spChg chg="add mod">
          <ac:chgData name="Charity Gwese" userId="47cf6ea682a7bfa1" providerId="LiveId" clId="{E7309B3C-0CC5-4A93-AA0F-CE276BF7C62E}" dt="2026-09-11T23:51:53.946" v="286" actId="1076"/>
          <ac:spMkLst>
            <pc:docMk/>
            <pc:sldMk cId="1865661211" sldId="257"/>
            <ac:spMk id="15" creationId="{8F82D51A-0B6F-1B10-7CB0-033CCB95C61A}"/>
          </ac:spMkLst>
        </pc:spChg>
        <pc:spChg chg="add mod ord">
          <ac:chgData name="Charity Gwese" userId="47cf6ea682a7bfa1" providerId="LiveId" clId="{E7309B3C-0CC5-4A93-AA0F-CE276BF7C62E}" dt="2026-09-11T23:51:42.353" v="284" actId="167"/>
          <ac:spMkLst>
            <pc:docMk/>
            <pc:sldMk cId="1865661211" sldId="257"/>
            <ac:spMk id="16" creationId="{ED7C5EC4-17BF-620E-9615-897F9C02E6F7}"/>
          </ac:spMkLst>
        </pc:spChg>
        <pc:picChg chg="add mod ord">
          <ac:chgData name="Charity Gwese" userId="47cf6ea682a7bfa1" providerId="LiveId" clId="{E7309B3C-0CC5-4A93-AA0F-CE276BF7C62E}" dt="2026-09-11T23:52:02.760" v="288" actId="1076"/>
          <ac:picMkLst>
            <pc:docMk/>
            <pc:sldMk cId="1865661211" sldId="257"/>
            <ac:picMk id="14" creationId="{A7DA5A79-0567-A0E2-742B-ABD85D204007}"/>
          </ac:picMkLst>
        </pc:picChg>
      </pc:sldChg>
      <pc:sldChg chg="addSp delSp modSp new mod">
        <pc:chgData name="Charity Gwese" userId="47cf6ea682a7bfa1" providerId="LiveId" clId="{E7309B3C-0CC5-4A93-AA0F-CE276BF7C62E}" dt="2026-09-12T00:11:17.455" v="630" actId="27636"/>
        <pc:sldMkLst>
          <pc:docMk/>
          <pc:sldMk cId="3537886712" sldId="258"/>
        </pc:sldMkLst>
        <pc:spChg chg="mod">
          <ac:chgData name="Charity Gwese" userId="47cf6ea682a7bfa1" providerId="LiveId" clId="{E7309B3C-0CC5-4A93-AA0F-CE276BF7C62E}" dt="2026-09-12T00:11:17.455" v="630" actId="27636"/>
          <ac:spMkLst>
            <pc:docMk/>
            <pc:sldMk cId="3537886712" sldId="258"/>
            <ac:spMk id="2" creationId="{E8DE6D7F-5D5A-269C-2500-9C869F7B9B02}"/>
          </ac:spMkLst>
        </pc:spChg>
        <pc:spChg chg="add mod">
          <ac:chgData name="Charity Gwese" userId="47cf6ea682a7bfa1" providerId="LiveId" clId="{E7309B3C-0CC5-4A93-AA0F-CE276BF7C62E}" dt="2026-09-11T23:56:53.209" v="306" actId="207"/>
          <ac:spMkLst>
            <pc:docMk/>
            <pc:sldMk cId="3537886712" sldId="258"/>
            <ac:spMk id="3" creationId="{42D59CA6-2283-7F28-8C66-146613B2F2C9}"/>
          </ac:spMkLst>
        </pc:spChg>
        <pc:spChg chg="add mod">
          <ac:chgData name="Charity Gwese" userId="47cf6ea682a7bfa1" providerId="LiveId" clId="{E7309B3C-0CC5-4A93-AA0F-CE276BF7C62E}" dt="2026-09-11T23:57:45.781" v="318"/>
          <ac:spMkLst>
            <pc:docMk/>
            <pc:sldMk cId="3537886712" sldId="258"/>
            <ac:spMk id="4" creationId="{594DEC77-ABC3-7833-8453-3C2B6EDBF2C3}"/>
          </ac:spMkLst>
        </pc:spChg>
        <pc:spChg chg="add mod">
          <ac:chgData name="Charity Gwese" userId="47cf6ea682a7bfa1" providerId="LiveId" clId="{E7309B3C-0CC5-4A93-AA0F-CE276BF7C62E}" dt="2026-09-11T23:57:03.378" v="311" actId="1076"/>
          <ac:spMkLst>
            <pc:docMk/>
            <pc:sldMk cId="3537886712" sldId="258"/>
            <ac:spMk id="5" creationId="{327C6D81-27F0-E1B2-4379-C3AB00D36867}"/>
          </ac:spMkLst>
        </pc:spChg>
        <pc:spChg chg="add mod">
          <ac:chgData name="Charity Gwese" userId="47cf6ea682a7bfa1" providerId="LiveId" clId="{E7309B3C-0CC5-4A93-AA0F-CE276BF7C62E}" dt="2026-09-11T23:57:21.168" v="315" actId="1076"/>
          <ac:spMkLst>
            <pc:docMk/>
            <pc:sldMk cId="3537886712" sldId="258"/>
            <ac:spMk id="6" creationId="{67CBA884-FB72-E29C-8D6B-078660CD7BC1}"/>
          </ac:spMkLst>
        </pc:spChg>
        <pc:spChg chg="add mod">
          <ac:chgData name="Charity Gwese" userId="47cf6ea682a7bfa1" providerId="LiveId" clId="{E7309B3C-0CC5-4A93-AA0F-CE276BF7C62E}" dt="2026-09-12T00:00:46.796" v="335" actId="14100"/>
          <ac:spMkLst>
            <pc:docMk/>
            <pc:sldMk cId="3537886712" sldId="258"/>
            <ac:spMk id="7" creationId="{9C76C37E-27AB-02A6-7132-F58E0B4A1AEA}"/>
          </ac:spMkLst>
        </pc:spChg>
        <pc:spChg chg="add mod">
          <ac:chgData name="Charity Gwese" userId="47cf6ea682a7bfa1" providerId="LiveId" clId="{E7309B3C-0CC5-4A93-AA0F-CE276BF7C62E}" dt="2026-09-11T23:58:42.803" v="324"/>
          <ac:spMkLst>
            <pc:docMk/>
            <pc:sldMk cId="3537886712" sldId="258"/>
            <ac:spMk id="8" creationId="{46926C6C-2EA8-B8E4-F686-A27E0C927D4A}"/>
          </ac:spMkLst>
        </pc:spChg>
        <pc:spChg chg="add mod">
          <ac:chgData name="Charity Gwese" userId="47cf6ea682a7bfa1" providerId="LiveId" clId="{E7309B3C-0CC5-4A93-AA0F-CE276BF7C62E}" dt="2026-09-11T23:58:57.032" v="325"/>
          <ac:spMkLst>
            <pc:docMk/>
            <pc:sldMk cId="3537886712" sldId="258"/>
            <ac:spMk id="9" creationId="{F141F635-78B2-B181-9928-414857DE62F9}"/>
          </ac:spMkLst>
        </pc:spChg>
        <pc:spChg chg="add mod">
          <ac:chgData name="Charity Gwese" userId="47cf6ea682a7bfa1" providerId="LiveId" clId="{E7309B3C-0CC5-4A93-AA0F-CE276BF7C62E}" dt="2026-09-12T00:00:35.200" v="332" actId="1076"/>
          <ac:spMkLst>
            <pc:docMk/>
            <pc:sldMk cId="3537886712" sldId="258"/>
            <ac:spMk id="12" creationId="{EDC42ECB-DBC5-E633-B619-B197C073B3F3}"/>
          </ac:spMkLst>
        </pc:spChg>
        <pc:spChg chg="add mod">
          <ac:chgData name="Charity Gwese" userId="47cf6ea682a7bfa1" providerId="LiveId" clId="{E7309B3C-0CC5-4A93-AA0F-CE276BF7C62E}" dt="2026-09-12T00:01:40.648" v="341" actId="14100"/>
          <ac:spMkLst>
            <pc:docMk/>
            <pc:sldMk cId="3537886712" sldId="258"/>
            <ac:spMk id="13" creationId="{B85681E5-BC84-477F-6E37-B5076950D3B9}"/>
          </ac:spMkLst>
        </pc:spChg>
        <pc:spChg chg="add mod">
          <ac:chgData name="Charity Gwese" userId="47cf6ea682a7bfa1" providerId="LiveId" clId="{E7309B3C-0CC5-4A93-AA0F-CE276BF7C62E}" dt="2026-09-12T00:02:13.010" v="345"/>
          <ac:spMkLst>
            <pc:docMk/>
            <pc:sldMk cId="3537886712" sldId="258"/>
            <ac:spMk id="14" creationId="{DEE26DA8-C219-FDFE-AAEF-8BD846E5D2F4}"/>
          </ac:spMkLst>
        </pc:spChg>
        <pc:spChg chg="add mod">
          <ac:chgData name="Charity Gwese" userId="47cf6ea682a7bfa1" providerId="LiveId" clId="{E7309B3C-0CC5-4A93-AA0F-CE276BF7C62E}" dt="2026-09-12T00:03:13.039" v="351" actId="14100"/>
          <ac:spMkLst>
            <pc:docMk/>
            <pc:sldMk cId="3537886712" sldId="258"/>
            <ac:spMk id="15" creationId="{003CB6C7-9232-B7B3-CC9A-7DED3272A84D}"/>
          </ac:spMkLst>
        </pc:spChg>
        <pc:picChg chg="add del mod">
          <ac:chgData name="Charity Gwese" userId="47cf6ea682a7bfa1" providerId="LiveId" clId="{E7309B3C-0CC5-4A93-AA0F-CE276BF7C62E}" dt="2026-09-11T23:59:47.766" v="329" actId="21"/>
          <ac:picMkLst>
            <pc:docMk/>
            <pc:sldMk cId="3537886712" sldId="258"/>
            <ac:picMk id="11" creationId="{0B5B778F-79D6-D337-1E7A-532354736D3D}"/>
          </ac:picMkLst>
        </pc:picChg>
      </pc:sldChg>
      <pc:sldChg chg="addSp delSp modSp new mod modClrScheme chgLayout">
        <pc:chgData name="Charity Gwese" userId="47cf6ea682a7bfa1" providerId="LiveId" clId="{E7309B3C-0CC5-4A93-AA0F-CE276BF7C62E}" dt="2026-09-12T00:13:27.023" v="634" actId="207"/>
        <pc:sldMkLst>
          <pc:docMk/>
          <pc:sldMk cId="3405442006" sldId="259"/>
        </pc:sldMkLst>
        <pc:spChg chg="del">
          <ac:chgData name="Charity Gwese" userId="47cf6ea682a7bfa1" providerId="LiveId" clId="{E7309B3C-0CC5-4A93-AA0F-CE276BF7C62E}" dt="2026-09-12T00:04:42.896" v="353" actId="700"/>
          <ac:spMkLst>
            <pc:docMk/>
            <pc:sldMk cId="3405442006" sldId="259"/>
            <ac:spMk id="2" creationId="{8E6A0A98-3B4A-3411-6504-488859BDA410}"/>
          </ac:spMkLst>
        </pc:spChg>
        <pc:spChg chg="mod">
          <ac:chgData name="Charity Gwese" userId="47cf6ea682a7bfa1" providerId="LiveId" clId="{E7309B3C-0CC5-4A93-AA0F-CE276BF7C62E}" dt="2026-09-12T00:07:12.837" v="452" actId="21"/>
          <ac:spMkLst>
            <pc:docMk/>
            <pc:sldMk cId="3405442006" sldId="259"/>
            <ac:spMk id="4" creationId="{EC045DC4-BA11-4992-9CFC-C9BC74376A42}"/>
          </ac:spMkLst>
        </pc:spChg>
        <pc:spChg chg="mod">
          <ac:chgData name="Charity Gwese" userId="47cf6ea682a7bfa1" providerId="LiveId" clId="{E7309B3C-0CC5-4A93-AA0F-CE276BF7C62E}" dt="2026-09-12T00:08:48.498" v="569" actId="20577"/>
          <ac:spMkLst>
            <pc:docMk/>
            <pc:sldMk cId="3405442006" sldId="259"/>
            <ac:spMk id="6" creationId="{B6F156EE-CB93-01E5-42C6-A8DE7E14ACFE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0" creationId="{3756EDB9-F24E-82A3-EB9A-C6E07B3A95C1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4" creationId="{57D87A05-5E32-0599-2C2F-1972E7ABEBDC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16" creationId="{9FA65D34-86E8-6DC8-4F6A-E29D3E4EACE8}"/>
          </ac:spMkLst>
        </pc:spChg>
        <pc:spChg chg="mod">
          <ac:chgData name="Charity Gwese" userId="47cf6ea682a7bfa1" providerId="LiveId" clId="{E7309B3C-0CC5-4A93-AA0F-CE276BF7C62E}" dt="2026-09-12T00:05:57.325" v="359" actId="13822"/>
          <ac:spMkLst>
            <pc:docMk/>
            <pc:sldMk cId="3405442006" sldId="259"/>
            <ac:spMk id="18" creationId="{8BE1BE68-0717-9226-B406-EBA34427D473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22" creationId="{52622D12-86C9-52DF-F4CC-D385D7305A27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32" creationId="{ABAC0463-F263-7ACD-2B8C-7AA637E81828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46" creationId="{BD29BDBB-C66E-83AC-5232-A9FC9B974BFC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48" creationId="{7E4FC70A-B157-6DBF-D407-33012E213874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50" creationId="{AB883AC2-B544-A791-8916-712E68E50CD2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60" creationId="{26F4F9A4-A9E7-63BE-78B7-393056CC950D}"/>
          </ac:spMkLst>
        </pc:spChg>
        <pc:spChg chg="add">
          <ac:chgData name="Charity Gwese" userId="47cf6ea682a7bfa1" providerId="LiveId" clId="{E7309B3C-0CC5-4A93-AA0F-CE276BF7C62E}" dt="2026-09-12T00:04:46.011" v="354" actId="22"/>
          <ac:spMkLst>
            <pc:docMk/>
            <pc:sldMk cId="3405442006" sldId="259"/>
            <ac:spMk id="70" creationId="{A6E04458-58D4-172B-85CB-FFA182F32EB0}"/>
          </ac:spMkLst>
        </pc:spChg>
        <pc:spChg chg="mod">
          <ac:chgData name="Charity Gwese" userId="47cf6ea682a7bfa1" providerId="LiveId" clId="{E7309B3C-0CC5-4A93-AA0F-CE276BF7C62E}" dt="2026-09-12T00:13:27.023" v="634" actId="207"/>
          <ac:spMkLst>
            <pc:docMk/>
            <pc:sldMk cId="3405442006" sldId="259"/>
            <ac:spMk id="80" creationId="{CB4408B2-337B-B68D-DE3F-00B5EFD660ED}"/>
          </ac:spMkLst>
        </pc:spChg>
        <pc:spChg chg="del">
          <ac:chgData name="Charity Gwese" userId="47cf6ea682a7bfa1" providerId="LiveId" clId="{E7309B3C-0CC5-4A93-AA0F-CE276BF7C62E}" dt="2026-09-12T00:05:31.879" v="357" actId="21"/>
          <ac:spMkLst>
            <pc:docMk/>
            <pc:sldMk cId="3405442006" sldId="259"/>
            <ac:spMk id="82" creationId="{0FF1A879-5CE0-67D8-C281-D248CD8D3EFF}"/>
          </ac:spMkLst>
        </pc:spChg>
        <pc:spChg chg="add del mod">
          <ac:chgData name="Charity Gwese" userId="47cf6ea682a7bfa1" providerId="LiveId" clId="{E7309B3C-0CC5-4A93-AA0F-CE276BF7C62E}" dt="2026-09-12T00:09:17.384" v="572" actId="478"/>
          <ac:spMkLst>
            <pc:docMk/>
            <pc:sldMk cId="3405442006" sldId="259"/>
            <ac:spMk id="83" creationId="{0DD64C6C-A4FB-173F-B222-7AE5A38E2383}"/>
          </ac:spMkLst>
        </pc:spChg>
        <pc:spChg chg="add mod">
          <ac:chgData name="Charity Gwese" userId="47cf6ea682a7bfa1" providerId="LiveId" clId="{E7309B3C-0CC5-4A93-AA0F-CE276BF7C62E}" dt="2026-09-12T00:10:24.997" v="624" actId="255"/>
          <ac:spMkLst>
            <pc:docMk/>
            <pc:sldMk cId="3405442006" sldId="259"/>
            <ac:spMk id="84" creationId="{B2421EC2-20F3-70AB-343E-9B0D2B71FEB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4B2F1-6A7D-4FC4-8F0F-1963C90EB3BE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98E32-00B8-46DE-8E96-6502E5C2FF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953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35F24-FE2C-3CBA-74CE-BF6C2FB9FE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7C67F9-53A0-B5EF-645C-24E638CA8F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2F77B-507E-C4EA-629F-86659467A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9FCC1-AEBB-83EB-7424-CE6A18BF8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0B5D3-C514-77FC-E8C5-B1B8044B8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52768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ED5E-E450-0184-6EB1-085489AD2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AA6A6-3A1A-8ED3-7CD3-2B76F8E9CF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4B7B6B-B864-A5C2-4244-9737E04BC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DD44-0585-1FF3-65DF-3E77368CB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02DFC9-D6B0-0C82-31E0-41E4E6D27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02005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F70F9-6DEF-37C5-21EC-52CB76C00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BF8587-0426-0B0A-40A8-D697691CD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7BC41E-43F2-8876-D6B3-5286FE20B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77811-C85A-00E5-8AF0-C20907E00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C2CBD-C6FF-BDAA-BBC5-B6D4612AB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0867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DB91-F29F-BC0A-71A9-7F712AD8B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644CB-6987-CEDC-7DC2-ADABBAB200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59D1D0-4544-5A6F-D0D9-25F00146A2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1BB2A5-C1FE-B1A5-50EB-7070C94C1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8088F3-168C-22FA-D66E-8DCA154DB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3068A-5573-1F8B-8526-81AEC54A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0643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BEAB5-9FCF-4515-76D0-8468709C0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E3F505-B626-722F-FE6F-22B82C90A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8668C5-D9FC-E4B9-88DB-8033143E5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082BDF-6CC1-E1A2-50D4-97D074308A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CD9FE9-B1D3-4AD6-1D27-9C0C8755F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19E466-D832-E98D-0DB0-BA1B5FD1E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725093-8FD8-8FDF-DA11-358308C0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4C511-6A83-B318-BEC6-34E642E6B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079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72DDC-EB3F-E313-5428-6F70C439A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A62A06-524C-6539-21AD-76A3C4BE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CF32C8-9C63-966B-BEEB-11FED2C28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0EBE9A-5875-9889-8A74-A5165F449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7275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AA6B54-4B05-E507-1B73-02EF00F87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5A672E-46CE-279D-CD3C-4FA9E0C59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E5488-05C0-6A98-4C91-5B420DD54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460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AB2D3-1A2F-02F5-A302-707578D3D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145F5-1D63-E37A-0BE9-74874CA15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68BEB1-44E6-EBA1-B352-4BA647348E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68306-8AA1-AFF9-55E2-523B202D2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F5212-98DE-268F-16B1-7E4F2AD49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F6A4C-EFCD-73DC-663A-6D700F185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1098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1C8E5-0619-CE7B-8D31-C72D65D7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824D0C-19CE-8E5E-8B30-8A44B8E6B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73FAA0-EB59-C498-1291-B938A59E65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371FA-8AFE-D1EE-21AB-209D72283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F68731-C4CA-0E68-8C8B-FB6F7729E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3C5B3-179C-275C-08E6-E3E767D17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728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A7040-FC45-C872-C30E-9431FBA3A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B672CC-6434-39C0-72DF-763EF4F41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E9597E-9CE6-9DE8-8951-003B1F646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F5549-431D-50F6-9BD5-69BC94CF4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5FC017-F82A-4DC7-B00D-DD838B1CE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5899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B6C38A-24F0-EBC7-6A5B-65C8600B7A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F5B0D9-1398-023F-195F-C47BCCC7B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276BD-CEC4-637A-0B0A-B116FF01A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E41D6-75DC-D6E7-9B21-1D4B93C57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F07B7-73E5-52AC-385D-90C3C87C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36030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0551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D763B9-A0DE-8625-A253-6982A8332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B54B53-8B7D-FB6D-2455-001D1BDFB3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DD162-70DA-D3B4-D4DA-4DB32F4DC4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ECD068-E763-4D96-972C-0B3F1441A126}" type="datetimeFigureOut">
              <a:rPr lang="en-AU" smtClean="0"/>
              <a:t>12/09/2026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DB38F-7B86-EFEF-3A0B-5C28395D0F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B589C5-C71D-0E52-0A11-F4E7D75E8C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14EE0-C579-4E0A-8E16-1C467B80F36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1847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640080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pptxbuild/icon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8375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1965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ICT942 — CYBER SECURITY PROJECT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37744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Integration &amp; Clinical Terminology Test Harness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22960" y="352044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FHIR test harness for FAZ Australia's MedTalk Connect — Stage 1 Design &amp; Feasibility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44348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Sonam Pelden  •  Charity Gwese  •  Rikesh Aryal  •  Zubair Adil Soomro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Partner: FAZ Australia (MedTalk)   |   Mentor: Atif Nisar   |   Supervisor: Md Ashraf Uddin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5" name="Shape 3"/>
          <p:cNvSpPr/>
          <p:nvPr/>
        </p:nvSpPr>
        <p:spPr>
          <a:xfrm>
            <a:off x="777240" y="181051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6" name="Image 0" descr="/home/claude/pptxbuild/icon_f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5" y="1986077"/>
            <a:ext cx="380390" cy="3803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6642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691640" y="184708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691640" y="217627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context, problem statement, goals &amp; stakeholders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17920" y="155448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1" name="Shape 8"/>
          <p:cNvSpPr/>
          <p:nvPr/>
        </p:nvSpPr>
        <p:spPr>
          <a:xfrm>
            <a:off x="6446520" y="181051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12" name="Image 1" descr="/home/claude/pptxbuild/icon_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085" y="1986077"/>
            <a:ext cx="380390" cy="38039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166420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360920" y="184708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Planning &amp; Management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360920" y="217627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Charter, roadmap, RACI, risk register, feasibility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301752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17" name="Shape 13"/>
          <p:cNvSpPr/>
          <p:nvPr/>
        </p:nvSpPr>
        <p:spPr>
          <a:xfrm>
            <a:off x="777240" y="327355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18" name="Image 2" descr="/home/claude/pptxbuild/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3449117"/>
            <a:ext cx="380390" cy="38039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31272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691640" y="3310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Technology Landscape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691640" y="36393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review, comparative analysis, gap analysis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6217920" y="301752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23" name="Shape 18"/>
          <p:cNvSpPr/>
          <p:nvPr/>
        </p:nvSpPr>
        <p:spPr>
          <a:xfrm>
            <a:off x="6446520" y="327355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24" name="Image 3" descr="/home/claude/pptxbuild/icon_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2085" y="3449117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360920" y="312724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7360920" y="33101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Design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7360920" y="363931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technology stack, security &amp; cost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54864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29" name="Shape 23"/>
          <p:cNvSpPr/>
          <p:nvPr/>
        </p:nvSpPr>
        <p:spPr>
          <a:xfrm>
            <a:off x="777240" y="473659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30" name="Image 4" descr="/home/claude/pptxbuild/icon_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912157"/>
            <a:ext cx="380390" cy="38039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1691640" y="45902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1691640" y="477316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&amp; Evaluation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1691640" y="5102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plan, PoC description, testing &amp; validation</a:t>
            </a:r>
            <a:endParaRPr lang="en-US" sz="1600" dirty="0"/>
          </a:p>
        </p:txBody>
      </p:sp>
      <p:sp>
        <p:nvSpPr>
          <p:cNvPr id="34" name="Shape 27"/>
          <p:cNvSpPr/>
          <p:nvPr/>
        </p:nvSpPr>
        <p:spPr>
          <a:xfrm>
            <a:off x="6217920" y="44805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 sz="1600"/>
          </a:p>
        </p:txBody>
      </p:sp>
      <p:sp>
        <p:nvSpPr>
          <p:cNvPr id="35" name="Shape 28"/>
          <p:cNvSpPr/>
          <p:nvPr/>
        </p:nvSpPr>
        <p:spPr>
          <a:xfrm>
            <a:off x="6446520" y="4736592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 sz="1600"/>
          </a:p>
        </p:txBody>
      </p:sp>
      <p:pic>
        <p:nvPicPr>
          <p:cNvPr id="36" name="Image 5" descr="/home/claude/pptxbuild/icon_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2085" y="4912157"/>
            <a:ext cx="380390" cy="38039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7360920" y="4590288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A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38" name="Text 30"/>
          <p:cNvSpPr/>
          <p:nvPr/>
        </p:nvSpPr>
        <p:spPr>
          <a:xfrm>
            <a:off x="7360920" y="477316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Recommendations</a:t>
            </a:r>
            <a:endParaRPr lang="en-US" sz="1600" dirty="0"/>
          </a:p>
        </p:txBody>
      </p:sp>
      <p:sp>
        <p:nvSpPr>
          <p:cNvPr id="39" name="Text 31"/>
          <p:cNvSpPr/>
          <p:nvPr/>
        </p:nvSpPr>
        <p:spPr>
          <a:xfrm>
            <a:off x="7360920" y="5102352"/>
            <a:ext cx="3977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and path into Stage 2</a:t>
            </a:r>
            <a:endParaRPr lang="en-US" sz="1600" dirty="0"/>
          </a:p>
        </p:txBody>
      </p:sp>
      <p:sp>
        <p:nvSpPr>
          <p:cNvPr id="41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Context &amp; Problem Statement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492240" cy="4480560"/>
          </a:xfrm>
          <a:prstGeom prst="rect">
            <a:avLst/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783080"/>
            <a:ext cx="59436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Australia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Canberra health-tech company behind MedTalk, an AI clinical scribe used across Australian clinics, integrated with EMR systems via MedTalk Connect (FHIR-based).
</a:t>
            </a: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Connect has no safe, isolated way to validate FHIR data exchange or SNOMED CT-AU → ICD-10-AM → MBS terminology mapping before production deployment.
</a:t>
            </a: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Undetected failures risk incorrect clinical documentation, billing errors, and privacy breaches under the Privacy Act 1988 (Cth) and My Health Records Act 2012 (Cth).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315200" y="1554480"/>
            <a:ext cx="434340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589520" y="178308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7589520" y="283464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patient records used — 100% synthetic by design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0" y="3931920"/>
            <a:ext cx="4343400" cy="2103120"/>
          </a:xfrm>
          <a:prstGeom prst="roundRect">
            <a:avLst>
              <a:gd name="adj" fmla="val 347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589520" y="416052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7589520" y="521208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in scope: Oracle Health, Best Practice/Halo, Epic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3891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Goals, Scope &amp; Stakeholders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16404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508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validate a synthetic FHIR test harness so FAZ Australia can safely verify interoperability and terminology mapping — without real patient data.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548640" y="310896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E8F0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7240" y="3246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" y="356616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FHIR/HL7v2/SMART auth architecture
• SNOMED CT-AU → ICD-10-AM → MBS mapping design
• Written test plan (happy path, errors)
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383280" y="310896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FDED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611880" y="3246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00" dirty="0">
                <a:solidFill>
                  <a:srgbClr val="9C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3611880" y="356616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Building the harness (Stage 2)
• Real patient data / production EMR
• Changes to MedTalk's AI/NLP engine
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/home/claude/pptxbuild/icon_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3914" y="1640434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1508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Stakeholders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92240" y="210312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6766560" y="194767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Atif Nisar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766560" y="2240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Mentor — High interest, High influence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492240" y="288036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6766560" y="272491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Ashraf Uddin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766560" y="30175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Supervisor — Medium interest, High influence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6492240" y="365760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766560" y="350215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766560" y="3794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Team — High interest, High influence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492240" y="443484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766560" y="4279392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Engineering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6766560" y="45720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users of harness — High interest, Medium influence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31597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Charter &amp; Roadmap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1629461"/>
            <a:ext cx="261518" cy="2615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 Highlights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48640" y="2057400"/>
            <a:ext cx="5394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synthetic FHIR test harness for MedTalk Connect validation.
</a:t>
            </a: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Ashraf Uddin &amp; Atif Nisar jointly approve scope and stage gates.
</a:t>
            </a: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Value: </a:t>
            </a: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compliance risk, faster connector onboarding, reusable CI/CD asset.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309360" y="1536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Roadmap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2011680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37376" y="2267712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720840" y="193852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89520" y="193852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Charter &amp; Stakeholder Analysis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309360" y="2761488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437376" y="3017520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720840" y="2688336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W3–4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589520" y="2688336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&amp; SRS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09360" y="3511296"/>
            <a:ext cx="256032" cy="256032"/>
          </a:xfrm>
          <a:prstGeom prst="ellipse">
            <a:avLst/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437376" y="3767328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720840" y="3438144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589520" y="343814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Risk (Stage 1 done)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309360" y="4261104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437376" y="4517136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1879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7589520" y="41879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Drafting: Sections 1–3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309360" y="5010912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6437376" y="5266944"/>
            <a:ext cx="0" cy="50292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720840" y="4937760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7589520" y="49377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PoC Planning: Sections 4–6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309360" y="5760720"/>
            <a:ext cx="256032" cy="256032"/>
          </a:xfrm>
          <a:prstGeom prst="ellipse">
            <a:avLst/>
          </a:prstGeom>
          <a:solidFill>
            <a:srgbClr val="CADCFC"/>
          </a:solidFill>
          <a:ln w="15875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720840" y="5687568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7589520" y="568756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Finalise, Rehearse, Submit (13 Sept)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Team Roles &amp; RACI Matrix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87773"/>
              </p:ext>
            </p:extLst>
          </p:nvPr>
        </p:nvGraphicFramePr>
        <p:xfrm>
          <a:off x="548640" y="1600200"/>
          <a:ext cx="11274552" cy="402336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Deliverable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Sonam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Charity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Rikesh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Zubair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Charter &amp; Planning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Business/Clinical Context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Tech Landscape Analysis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 (3.1)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 (3.2–4)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Solution Architecture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Security Design &amp; Cost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PoC &amp; Testing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 (5.2)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R/A (5.1,5.3)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Report Compilation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Responsible   A = Accountable   C = Consulted   I = Informed</a:t>
            </a:r>
            <a:endParaRPr lang="en-US" sz="1400" dirty="0"/>
          </a:p>
        </p:txBody>
      </p:sp>
      <p:sp>
        <p:nvSpPr>
          <p:cNvPr id="4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 Register — Top Risks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167234"/>
              </p:ext>
            </p:extLst>
          </p:nvPr>
        </p:nvGraphicFramePr>
        <p:xfrm>
          <a:off x="548640" y="1600200"/>
          <a:ext cx="11091672" cy="3950208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ID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Score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Rating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Response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R1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Connector crash/hang on slow FHIR response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Automated slow-response test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Cross-tenant data leakage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Row-level tenant isolation + gateway checks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R5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Real patient identifier in synthetic dataset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Luhn-check rejection rule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R9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Team's limited healthcare-semantics experience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Curated SNOMED subset, mentor guidance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R10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Scope creep from broad brief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Fixed endpoint list, agreed exclusions</a:t>
                      </a:r>
                      <a:endParaRPr lang="en-US" sz="16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97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Likelihood × Impact. All ten Stage-1 risks are mapped to automated failure-mode tests or architectural controls.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500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Feasibility Study — Six Dimensions</a:t>
            </a:r>
            <a:endParaRPr lang="en-US" sz="3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Image 0" descr="/home/claude/pptxbuild/icon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9147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6304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77724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Mature open-source stack (FHIR R4, AU Core, HAPI FHIR); main risk is healthcare semantics, not tools.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29768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452628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Image 1" descr="/home/claude/pptxbuild/icon_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954" y="191475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1208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Economic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521208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452628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~$150 AUD total cost; open-source + free-tier hosting under WIL arrangement.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Shape 12"/>
          <p:cNvSpPr/>
          <p:nvPr/>
        </p:nvSpPr>
        <p:spPr>
          <a:xfrm>
            <a:off x="8046720" y="155448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8275320" y="17830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8" name="Image 2" descr="/home/claude/pptxbuild/icon_activ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994" y="191475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61120" y="175564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8961120" y="202996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Medium-High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8275320" y="242316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Confirmed mentor commitment and tooling; risk is competing university workloads.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54864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4" name="Image 3" descr="/home/claude/pptxbuild/icon_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4" y="424647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6304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Legal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146304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real patient data used; Luhn-check validation technically enforces compliance.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Shape 22"/>
          <p:cNvSpPr/>
          <p:nvPr/>
        </p:nvSpPr>
        <p:spPr>
          <a:xfrm>
            <a:off x="429768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452628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" name="Image 4" descr="/home/claude/pptxbuild/icon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7954" y="4246474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21208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Ethical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Text 25"/>
          <p:cNvSpPr/>
          <p:nvPr/>
        </p:nvSpPr>
        <p:spPr>
          <a:xfrm>
            <a:off x="521208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real-patient harm possible by design; focus is AI-generated data integrity.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27"/>
          <p:cNvSpPr/>
          <p:nvPr/>
        </p:nvSpPr>
        <p:spPr>
          <a:xfrm>
            <a:off x="8046720" y="3886200"/>
            <a:ext cx="3520440" cy="2148840"/>
          </a:xfrm>
          <a:prstGeom prst="roundRect">
            <a:avLst>
              <a:gd name="adj" fmla="val 3404"/>
            </a:avLst>
          </a:prstGeom>
          <a:solidFill>
            <a:srgbClr val="F4F7F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8275320" y="41148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" name="Image 5" descr="/home/claude/pptxbuild/icon_databas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6994" y="4246474"/>
            <a:ext cx="285293" cy="285293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961120" y="4087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1F2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Cybersecurity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30"/>
          <p:cNvSpPr/>
          <p:nvPr/>
        </p:nvSpPr>
        <p:spPr>
          <a:xfrm>
            <a:off x="8961120" y="4361688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 31"/>
          <p:cNvSpPr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3A4A6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Layered controls reduce every identified threat to Low residual risk.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C97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ED7C5EC4-17BF-620E-9615-897F9C02E6F7}"/>
              </a:ext>
            </a:extLst>
          </p:cNvPr>
          <p:cNvSpPr txBox="1"/>
          <p:nvPr/>
        </p:nvSpPr>
        <p:spPr>
          <a:xfrm>
            <a:off x="6859049" y="1509395"/>
            <a:ext cx="4739640" cy="4983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E608F-0140-3045-9240-304F94C6F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1088"/>
            <a:ext cx="10408920" cy="956231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Faz Australia — MedTalk Clinical Documentation Platform: Current State (As-Is)</a:t>
            </a:r>
            <a:b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28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Faz Australia — MedTalk Clinical Documentation Platform: Current State (As-Is)</a:t>
            </a:r>
            <a:br>
              <a:rPr lang="en-US" sz="28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AU" sz="2800" b="1" dirty="0">
              <a:solidFill>
                <a:schemeClr val="tx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2798F5-9DB6-171C-EC7E-B018F38920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4872" y="2002314"/>
            <a:ext cx="5181600" cy="4351338"/>
          </a:xfrm>
        </p:spPr>
        <p:txBody>
          <a:bodyPr>
            <a:noAutofit/>
          </a:bodyPr>
          <a:lstStyle/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MedTalk (Faz Australia) is an AI clinical documentation tool: it transcribes doctor–patient consultations live, codes the EMR in SNOMED CT-AU, maps codes to ICD-10-AM, and shares billing data via MediBetter BOSS to the MBS.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(MediBetter, 2026)</a:t>
            </a: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integrates with Best Practice via Halo Connect and HL7 FHIR R5 / SMART on FHIR, using Epic’s developer sandbox to test integrations against mock patient data before go-live.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(MedTalk AI, 2020)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Epic onboarding costs ~US$500 (listing) + up to US$1,900 (membership) + US$40K–350K (build </a:t>
            </a:r>
            <a:r>
              <a:rPr lang="en-US" sz="1700" dirty="0" err="1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labour</a:t>
            </a:r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read-only to full bidirectional FHIR); MedTalk–MediBetter API fees run US$100–500.</a:t>
            </a:r>
            <a:r>
              <a:rPr lang="en-US" sz="1700" i="1" dirty="0">
                <a:solidFill>
                  <a:srgbClr val="5B6B7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(Choudhary, 2026; MarkiTech.AI, 2025)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700" dirty="0">
                <a:solidFill>
                  <a:srgbClr val="26333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 pain point: no reusable, safe test environment — restricted sandbox access slows development, makes issues hard to reproduce, and raises compliance exposure.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Clr>
                <a:schemeClr val="accent1"/>
              </a:buClr>
              <a:buNone/>
            </a:pPr>
            <a:endParaRPr lang="en-AU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A7DA5A79-0567-A0E2-742B-ABD85D20400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25834" y="1772067"/>
            <a:ext cx="4406069" cy="36579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B799CC-1332-66F5-C081-BB97DC2AB886}"/>
              </a:ext>
            </a:extLst>
          </p:cNvPr>
          <p:cNvSpPr txBox="1"/>
          <p:nvPr/>
        </p:nvSpPr>
        <p:spPr>
          <a:xfrm>
            <a:off x="1097280" y="367348"/>
            <a:ext cx="7223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kern="0" spc="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TECHNOLOGY LANDSCAPE ANALYSIS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82D51A-0B6F-1B10-7CB0-033CCB95C61A}"/>
              </a:ext>
            </a:extLst>
          </p:cNvPr>
          <p:cNvSpPr txBox="1"/>
          <p:nvPr/>
        </p:nvSpPr>
        <p:spPr>
          <a:xfrm>
            <a:off x="7054410" y="5692656"/>
            <a:ext cx="4139369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MedTalk data flow: clinical encounter → coding → FHIR integration → billing</a:t>
            </a:r>
            <a:endParaRPr lang="en-US" sz="1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56612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19528-92C5-1B1D-810E-5F199FA9E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9375"/>
            <a:ext cx="9995022" cy="1167639"/>
          </a:xfrm>
        </p:spPr>
        <p:txBody>
          <a:bodyPr>
            <a:normAutofit/>
          </a:bodyPr>
          <a:lstStyle/>
          <a:p>
            <a:r>
              <a:rPr lang="en-AU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Comparative Analysis of existing Solutions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421157-488E-D9AE-91E7-84034AFC56C5}"/>
              </a:ext>
            </a:extLst>
          </p:cNvPr>
          <p:cNvSpPr txBox="1"/>
          <p:nvPr/>
        </p:nvSpPr>
        <p:spPr>
          <a:xfrm>
            <a:off x="176425" y="1522267"/>
            <a:ext cx="2679034" cy="366224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F04A71-AD8B-4F19-DE28-58C433C6268D}"/>
              </a:ext>
            </a:extLst>
          </p:cNvPr>
          <p:cNvSpPr txBox="1"/>
          <p:nvPr/>
        </p:nvSpPr>
        <p:spPr>
          <a:xfrm>
            <a:off x="130746" y="1395404"/>
            <a:ext cx="2736781" cy="615553"/>
          </a:xfrm>
          <a:prstGeom prst="rect">
            <a:avLst/>
          </a:prstGeom>
          <a:solidFill>
            <a:srgbClr val="002060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Health IT Sandbox</a:t>
            </a:r>
            <a:endParaRPr lang="en-US" sz="1600" dirty="0"/>
          </a:p>
          <a:p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125CE7-FB68-7097-B163-1762226E6918}"/>
              </a:ext>
            </a:extLst>
          </p:cNvPr>
          <p:cNvSpPr txBox="1"/>
          <p:nvPr/>
        </p:nvSpPr>
        <p:spPr>
          <a:xfrm>
            <a:off x="192313" y="2121416"/>
            <a:ext cx="2887579" cy="1145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Open, well-documented sandbox purpose-built for testing SMART on FHIR apps.</a:t>
            </a:r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C87B1D-D030-F909-8122-B0D5E5AE28C3}"/>
              </a:ext>
            </a:extLst>
          </p:cNvPr>
          <p:cNvSpPr txBox="1"/>
          <p:nvPr/>
        </p:nvSpPr>
        <p:spPr>
          <a:xfrm>
            <a:off x="200490" y="3236059"/>
            <a:ext cx="2654969" cy="1677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the SMART app ecosystem that is for </a:t>
            </a:r>
            <a:r>
              <a:rPr lang="en-AU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does not validate full cross-system, multi-vendor data exchange.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90FE73-0E02-1C34-AA18-42C7B0398CD6}"/>
              </a:ext>
            </a:extLst>
          </p:cNvPr>
          <p:cNvSpPr txBox="1"/>
          <p:nvPr/>
        </p:nvSpPr>
        <p:spPr>
          <a:xfrm>
            <a:off x="3100137" y="1381964"/>
            <a:ext cx="2815385" cy="3809029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8D4248-37D3-8F3B-8CE9-F411F3CFB7C5}"/>
              </a:ext>
            </a:extLst>
          </p:cNvPr>
          <p:cNvSpPr txBox="1"/>
          <p:nvPr/>
        </p:nvSpPr>
        <p:spPr>
          <a:xfrm>
            <a:off x="6084779" y="1397420"/>
            <a:ext cx="2790519" cy="3793573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548C28-9857-F6D2-24AE-C17754C13271}"/>
              </a:ext>
            </a:extLst>
          </p:cNvPr>
          <p:cNvSpPr txBox="1"/>
          <p:nvPr/>
        </p:nvSpPr>
        <p:spPr>
          <a:xfrm>
            <a:off x="9041330" y="1546260"/>
            <a:ext cx="2791322" cy="3662245"/>
          </a:xfrm>
          <a:prstGeom prst="rect">
            <a:avLst/>
          </a:prstGeom>
          <a:solidFill>
            <a:srgbClr val="F4F7FD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CE467C-923C-975A-ABC2-A10B968A1A18}"/>
              </a:ext>
            </a:extLst>
          </p:cNvPr>
          <p:cNvSpPr txBox="1"/>
          <p:nvPr/>
        </p:nvSpPr>
        <p:spPr>
          <a:xfrm>
            <a:off x="3088105" y="1381964"/>
            <a:ext cx="2851518" cy="61555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Epic App Orchard / Sandbox</a:t>
            </a:r>
            <a:endParaRPr lang="en-US" sz="1600" dirty="0"/>
          </a:p>
          <a:p>
            <a:endParaRPr lang="en-AU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667F95-9F91-A47F-D6CF-2FF8DF03D312}"/>
              </a:ext>
            </a:extLst>
          </p:cNvPr>
          <p:cNvSpPr txBox="1"/>
          <p:nvPr/>
        </p:nvSpPr>
        <p:spPr>
          <a:xfrm>
            <a:off x="6082410" y="1395404"/>
            <a:ext cx="2779289" cy="58477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MediRecords</a:t>
            </a: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Developer Sandbox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9781F7-7395-4C76-1E8D-E64132D1FDB9}"/>
              </a:ext>
            </a:extLst>
          </p:cNvPr>
          <p:cNvSpPr txBox="1"/>
          <p:nvPr/>
        </p:nvSpPr>
        <p:spPr>
          <a:xfrm>
            <a:off x="9030956" y="1381964"/>
            <a:ext cx="2791323" cy="58477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Synapxe HealthX Innovation Sandbox</a:t>
            </a:r>
            <a:endParaRPr lang="en-US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8789BA-1176-240F-0041-A0B5DE90EF39}"/>
              </a:ext>
            </a:extLst>
          </p:cNvPr>
          <p:cNvSpPr txBox="1"/>
          <p:nvPr/>
        </p:nvSpPr>
        <p:spPr>
          <a:xfrm>
            <a:off x="3151413" y="3327877"/>
            <a:ext cx="2654969" cy="2199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Epic-specific; formal onboarding plus US$40K–350K build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labour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restrict accessibility.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(Choudhary, 2026; Bonami Software, 2026)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024FC5-42AB-3D7A-1977-B0204D94116B}"/>
              </a:ext>
            </a:extLst>
          </p:cNvPr>
          <p:cNvSpPr txBox="1"/>
          <p:nvPr/>
        </p:nvSpPr>
        <p:spPr>
          <a:xfrm>
            <a:off x="3175514" y="2077663"/>
            <a:ext cx="26549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Mirrors real Epic EHR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testable against mock patient data before go-live.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B80FE4-3EFD-D343-8A06-795CFAD5749B}"/>
              </a:ext>
            </a:extLst>
          </p:cNvPr>
          <p:cNvSpPr txBox="1"/>
          <p:nvPr/>
        </p:nvSpPr>
        <p:spPr>
          <a:xfrm>
            <a:off x="6160200" y="2105561"/>
            <a:ext cx="273919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Australian-context FHIR/Connect API testing aligned to local standards.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DA8B58-0117-94CA-B844-5669742D2EE3}"/>
              </a:ext>
            </a:extLst>
          </p:cNvPr>
          <p:cNvSpPr txBox="1"/>
          <p:nvPr/>
        </p:nvSpPr>
        <p:spPr>
          <a:xfrm>
            <a:off x="6131698" y="3540420"/>
            <a:ext cx="2654969" cy="1668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</a:t>
            </a:r>
            <a:r>
              <a:rPr lang="en-US" sz="1600" dirty="0" err="1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MediRecords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 own APIs only — not a vendor-neutral environment.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i="1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MediRecords</a:t>
            </a: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Connect, 2026)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B83765-B5B6-ADA8-B9B8-14DB7B927DF4}"/>
              </a:ext>
            </a:extLst>
          </p:cNvPr>
          <p:cNvSpPr txBox="1"/>
          <p:nvPr/>
        </p:nvSpPr>
        <p:spPr>
          <a:xfrm>
            <a:off x="9065430" y="2077663"/>
            <a:ext cx="277608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National-scale sandbox supporting a broad health-tech innovation ecosystem.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6F61D1-E691-8440-8957-6E1A75B67F03}"/>
              </a:ext>
            </a:extLst>
          </p:cNvPr>
          <p:cNvSpPr txBox="1"/>
          <p:nvPr/>
        </p:nvSpPr>
        <p:spPr>
          <a:xfrm>
            <a:off x="9050191" y="3314984"/>
            <a:ext cx="2791322" cy="2199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8000"/>
              </a:lnSpc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
</a:t>
            </a:r>
            <a:r>
              <a:rPr lang="en-US" sz="1600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to Singapore’s governance/standards — not directly transferable to Australian FHIR/SNOMED CT-AU context.</a:t>
            </a:r>
            <a:endParaRPr lang="en-US" sz="1600" dirty="0"/>
          </a:p>
          <a:p>
            <a:pPr>
              <a:lnSpc>
                <a:spcPct val="108000"/>
              </a:lnSpc>
            </a:pPr>
            <a:r>
              <a:rPr lang="en-US" sz="16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(Synapxe, 2023)</a:t>
            </a:r>
            <a:endParaRPr lang="en-US" sz="1600" dirty="0"/>
          </a:p>
          <a:p>
            <a:endParaRPr lang="en-AU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11BE41-DB44-D3B1-0D6D-CAF7D7A3BCBD}"/>
              </a:ext>
            </a:extLst>
          </p:cNvPr>
          <p:cNvSpPr txBox="1"/>
          <p:nvPr/>
        </p:nvSpPr>
        <p:spPr>
          <a:xfrm>
            <a:off x="229413" y="5740990"/>
            <a:ext cx="11588803" cy="830997"/>
          </a:xfrm>
          <a:prstGeom prst="rect">
            <a:avLst/>
          </a:prstGeom>
          <a:solidFill>
            <a:srgbClr val="F4F7FD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</a:t>
            </a:r>
            <a:r>
              <a:rPr lang="en-US" sz="16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is vendor- or ecosystem-bound. None offers a vendor-neutral environment that validates FHIR exchange, SNOMED CT-AU/ICD-10-AM terminology and authentication together, before and after deployment — the role the proposed Test Harness fills.</a:t>
            </a:r>
            <a:endParaRPr lang="en-US" sz="1600" dirty="0">
              <a:solidFill>
                <a:schemeClr val="tx2"/>
              </a:solidFill>
            </a:endParaRPr>
          </a:p>
          <a:p>
            <a:endParaRPr lang="en-AU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7789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E6D7F-5D5A-269C-2500-9C869F7B9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209789"/>
            <a:ext cx="10515600" cy="1129992"/>
          </a:xfrm>
        </p:spPr>
        <p:txBody>
          <a:bodyPr>
            <a:normAutofit/>
          </a:bodyPr>
          <a:lstStyle/>
          <a:p>
            <a:r>
              <a:rPr lang="en-US" sz="3500" b="1" dirty="0">
                <a:solidFill>
                  <a:srgbClr val="2129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Technology &amp; Market Survey</a:t>
            </a:r>
            <a:br>
              <a:rPr lang="en-US" sz="35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AU" sz="35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D59CA6-2283-7F28-8C66-146613B2F2C9}"/>
              </a:ext>
            </a:extLst>
          </p:cNvPr>
          <p:cNvSpPr txBox="1"/>
          <p:nvPr/>
        </p:nvSpPr>
        <p:spPr>
          <a:xfrm>
            <a:off x="655320" y="126492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4DEC77-ABC3-7833-8453-3C2B6EDBF2C3}"/>
              </a:ext>
            </a:extLst>
          </p:cNvPr>
          <p:cNvSpPr txBox="1"/>
          <p:nvPr/>
        </p:nvSpPr>
        <p:spPr>
          <a:xfrm>
            <a:off x="6629400" y="4130040"/>
            <a:ext cx="52882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7C6D81-27F0-E1B2-4379-C3AB00D36867}"/>
              </a:ext>
            </a:extLst>
          </p:cNvPr>
          <p:cNvSpPr txBox="1"/>
          <p:nvPr/>
        </p:nvSpPr>
        <p:spPr>
          <a:xfrm>
            <a:off x="655320" y="413004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CBA884-FB72-E29C-8D6B-078660CD7BC1}"/>
              </a:ext>
            </a:extLst>
          </p:cNvPr>
          <p:cNvSpPr txBox="1"/>
          <p:nvPr/>
        </p:nvSpPr>
        <p:spPr>
          <a:xfrm>
            <a:off x="6553200" y="1264920"/>
            <a:ext cx="5440680" cy="2164080"/>
          </a:xfrm>
          <a:prstGeom prst="rect">
            <a:avLst/>
          </a:prstGeom>
          <a:solidFill>
            <a:srgbClr val="F4F7FD"/>
          </a:solidFill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6C37E-27AB-02A6-7132-F58E0B4A1AEA}"/>
              </a:ext>
            </a:extLst>
          </p:cNvPr>
          <p:cNvSpPr txBox="1"/>
          <p:nvPr/>
        </p:nvSpPr>
        <p:spPr>
          <a:xfrm>
            <a:off x="838200" y="1888034"/>
            <a:ext cx="51206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exchange standard for patient data, appointments and clinical notes; supports RESTful APIs, documents and messaging. Free to build on, unlike the trademarked “HL7” name.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</a:t>
            </a:r>
            <a:r>
              <a:rPr lang="en-US" sz="1400" i="1" dirty="0" err="1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eCQI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2025)</a:t>
            </a:r>
            <a:endParaRPr lang="en-US" dirty="0"/>
          </a:p>
          <a:p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926C6C-2EA8-B8E4-F686-A27E0C927D4A}"/>
              </a:ext>
            </a:extLst>
          </p:cNvPr>
          <p:cNvSpPr txBox="1"/>
          <p:nvPr/>
        </p:nvSpPr>
        <p:spPr>
          <a:xfrm>
            <a:off x="1066800" y="147828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C42ECB-DBC5-E633-B619-B197C073B3F3}"/>
              </a:ext>
            </a:extLst>
          </p:cNvPr>
          <p:cNvSpPr txBox="1"/>
          <p:nvPr/>
        </p:nvSpPr>
        <p:spPr>
          <a:xfrm>
            <a:off x="1463040" y="1339780"/>
            <a:ext cx="275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HL7 FHIR</a:t>
            </a:r>
            <a:endParaRPr lang="en-US" dirty="0"/>
          </a:p>
          <a:p>
            <a:endParaRPr lang="en-A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5681E5-BC84-477F-6E37-B5076950D3B9}"/>
              </a:ext>
            </a:extLst>
          </p:cNvPr>
          <p:cNvSpPr txBox="1"/>
          <p:nvPr/>
        </p:nvSpPr>
        <p:spPr>
          <a:xfrm>
            <a:off x="6766560" y="1354068"/>
            <a:ext cx="48158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SNOMED CT-AU → ICD-10-AM</a:t>
            </a:r>
            <a:endParaRPr lang="en-US" dirty="0"/>
          </a:p>
          <a:p>
            <a:endParaRPr lang="en-AU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Australia’s preferred clinical terminology (SNOMED CT + Australian Medicines Terminology), mapped to ICD-10-AM for diagnosis coding and onward to MBS for billing.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(SNOMED CT-AU &amp; AMT Release, 2022)</a:t>
            </a:r>
            <a:endParaRPr lang="en-US" dirty="0"/>
          </a:p>
          <a:p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E26DA8-C219-FDFE-AAEF-8BD846E5D2F4}"/>
              </a:ext>
            </a:extLst>
          </p:cNvPr>
          <p:cNvSpPr txBox="1"/>
          <p:nvPr/>
        </p:nvSpPr>
        <p:spPr>
          <a:xfrm>
            <a:off x="1066800" y="4358640"/>
            <a:ext cx="428244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Patient Data</a:t>
            </a:r>
            <a:endParaRPr lang="en-US" dirty="0"/>
          </a:p>
          <a:p>
            <a:endParaRPr lang="en-AU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Synthea generates realistic synthetic EHRs, but on US demographics; CSIRO’s Australian-context equivalent exists but is not publicly available for this project.</a:t>
            </a:r>
            <a:endParaRPr lang="en-US" dirty="0"/>
          </a:p>
          <a:p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3CB6C7-9232-B7B3-CC9A-7DED3272A84D}"/>
              </a:ext>
            </a:extLst>
          </p:cNvPr>
          <p:cNvSpPr txBox="1"/>
          <p:nvPr/>
        </p:nvSpPr>
        <p:spPr>
          <a:xfrm>
            <a:off x="6766560" y="4358640"/>
            <a:ext cx="515112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on FHIR &amp; Halo Connect</a:t>
            </a:r>
          </a:p>
          <a:p>
            <a:endParaRPr lang="en-US" dirty="0"/>
          </a:p>
          <a:p>
            <a:r>
              <a:rPr lang="en-US" dirty="0">
                <a:solidFill>
                  <a:srgbClr val="2633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on FHIR provides OAuth 2.0-based secure app authorisation. Halo Connect (Halo Link + Halo Cloud) bridges local practice databases to external FHIR/SQL consumers.</a:t>
            </a:r>
            <a:r>
              <a:rPr lang="en-US" sz="14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(SMART on FHIR, n.d.; Halo Connect Documentation, 2026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37886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EC045DC4-BA11-4992-9CFC-C9BC74376A42}"/>
              </a:ext>
            </a:extLst>
          </p:cNvPr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B6F156EE-CB93-01E5-42C6-A8DE7E14ACFE}"/>
              </a:ext>
            </a:extLst>
          </p:cNvPr>
          <p:cNvSpPr txBox="1"/>
          <p:nvPr/>
        </p:nvSpPr>
        <p:spPr>
          <a:xfrm>
            <a:off x="54864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32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 Current State to Test Harness</a:t>
            </a:r>
            <a:endParaRPr lang="en-US" sz="3200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AC1D31F3-C5C8-C3E3-3F3C-56453E2E3D38}"/>
              </a:ext>
            </a:extLst>
          </p:cNvPr>
          <p:cNvSpPr/>
          <p:nvPr/>
        </p:nvSpPr>
        <p:spPr>
          <a:xfrm>
            <a:off x="548640" y="1600200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3756EDB9-F24E-82A3-EB9A-C6E07B3A95C1}"/>
              </a:ext>
            </a:extLst>
          </p:cNvPr>
          <p:cNvSpPr/>
          <p:nvPr/>
        </p:nvSpPr>
        <p:spPr>
          <a:xfrm>
            <a:off x="731520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3A6FD67E-65E2-8EDE-A27E-8D51083E4B19}"/>
              </a:ext>
            </a:extLst>
          </p:cNvPr>
          <p:cNvSpPr txBox="1"/>
          <p:nvPr/>
        </p:nvSpPr>
        <p:spPr>
          <a:xfrm>
            <a:off x="73152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57D87A05-5E32-0599-2C2F-1972E7ABEBDC}"/>
              </a:ext>
            </a:extLst>
          </p:cNvPr>
          <p:cNvSpPr txBox="1"/>
          <p:nvPr/>
        </p:nvSpPr>
        <p:spPr>
          <a:xfrm>
            <a:off x="1143000" y="1709928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Unsafe / restricted testing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9FA65D34-86E8-6DC8-4F6A-E29D3E4EACE8}"/>
              </a:ext>
            </a:extLst>
          </p:cNvPr>
          <p:cNvSpPr txBox="1"/>
          <p:nvPr/>
        </p:nvSpPr>
        <p:spPr>
          <a:xfrm>
            <a:off x="114300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8BE1BE68-0717-9226-B406-EBA34427D473}"/>
              </a:ext>
            </a:extLst>
          </p:cNvPr>
          <p:cNvSpPr txBox="1"/>
          <p:nvPr/>
        </p:nvSpPr>
        <p:spPr>
          <a:xfrm>
            <a:off x="1417320" y="2057400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Fully synthetic test environment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5647F7A7-2E5F-5CB8-1FF4-152C54E1B3C3}"/>
              </a:ext>
            </a:extLst>
          </p:cNvPr>
          <p:cNvSpPr/>
          <p:nvPr/>
        </p:nvSpPr>
        <p:spPr>
          <a:xfrm>
            <a:off x="6254496" y="1600200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9">
            <a:extLst>
              <a:ext uri="{FF2B5EF4-FFF2-40B4-BE49-F238E27FC236}">
                <a16:creationId xmlns:a16="http://schemas.microsoft.com/office/drawing/2014/main" id="{52622D12-86C9-52DF-F4CC-D385D7305A27}"/>
              </a:ext>
            </a:extLst>
          </p:cNvPr>
          <p:cNvSpPr/>
          <p:nvPr/>
        </p:nvSpPr>
        <p:spPr>
          <a:xfrm>
            <a:off x="6437376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86219297-5C78-7A8A-3C09-A28C3F38567B}"/>
              </a:ext>
            </a:extLst>
          </p:cNvPr>
          <p:cNvSpPr txBox="1"/>
          <p:nvPr/>
        </p:nvSpPr>
        <p:spPr>
          <a:xfrm>
            <a:off x="6437376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 11">
            <a:extLst>
              <a:ext uri="{FF2B5EF4-FFF2-40B4-BE49-F238E27FC236}">
                <a16:creationId xmlns:a16="http://schemas.microsoft.com/office/drawing/2014/main" id="{AD89FFFA-801F-8D6D-841F-B99FFC771A7D}"/>
              </a:ext>
            </a:extLst>
          </p:cNvPr>
          <p:cNvSpPr txBox="1"/>
          <p:nvPr/>
        </p:nvSpPr>
        <p:spPr>
          <a:xfrm>
            <a:off x="6848856" y="1709928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Basic API connectivity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5C3D5692-0414-443B-FFC2-FF93CBB6C9B8}"/>
              </a:ext>
            </a:extLst>
          </p:cNvPr>
          <p:cNvSpPr txBox="1"/>
          <p:nvPr/>
        </p:nvSpPr>
        <p:spPr>
          <a:xfrm>
            <a:off x="6848856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B6528C19-3B5D-2648-C02F-F29C760AA1A0}"/>
              </a:ext>
            </a:extLst>
          </p:cNvPr>
          <p:cNvSpPr txBox="1"/>
          <p:nvPr/>
        </p:nvSpPr>
        <p:spPr>
          <a:xfrm>
            <a:off x="7123176" y="2057400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Standards-aligned interoperability (FHIR + SNOMED CT-AU + ICD-10-AM)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Shape 14">
            <a:extLst>
              <a:ext uri="{FF2B5EF4-FFF2-40B4-BE49-F238E27FC236}">
                <a16:creationId xmlns:a16="http://schemas.microsoft.com/office/drawing/2014/main" id="{ABAC0463-F263-7ACD-2B8C-7AA637E81828}"/>
              </a:ext>
            </a:extLst>
          </p:cNvPr>
          <p:cNvSpPr/>
          <p:nvPr/>
        </p:nvSpPr>
        <p:spPr>
          <a:xfrm>
            <a:off x="548640" y="3035808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id="{9595B1C8-457C-1BDF-FB3A-88A19D80FAAC}"/>
              </a:ext>
            </a:extLst>
          </p:cNvPr>
          <p:cNvSpPr/>
          <p:nvPr/>
        </p:nvSpPr>
        <p:spPr>
          <a:xfrm>
            <a:off x="731520" y="321868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C2D2CABC-C695-91B9-FF6E-60CF653DD0EE}"/>
              </a:ext>
            </a:extLst>
          </p:cNvPr>
          <p:cNvSpPr txBox="1"/>
          <p:nvPr/>
        </p:nvSpPr>
        <p:spPr>
          <a:xfrm>
            <a:off x="7315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F9A91574-85D1-6B4D-AF5F-903E40021692}"/>
              </a:ext>
            </a:extLst>
          </p:cNvPr>
          <p:cNvSpPr txBox="1"/>
          <p:nvPr/>
        </p:nvSpPr>
        <p:spPr>
          <a:xfrm>
            <a:off x="1143000" y="31455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generation only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Text 18">
            <a:extLst>
              <a:ext uri="{FF2B5EF4-FFF2-40B4-BE49-F238E27FC236}">
                <a16:creationId xmlns:a16="http://schemas.microsoft.com/office/drawing/2014/main" id="{27119724-EC62-6135-814E-7188DE7BA7BB}"/>
              </a:ext>
            </a:extLst>
          </p:cNvPr>
          <p:cNvSpPr txBox="1"/>
          <p:nvPr/>
        </p:nvSpPr>
        <p:spPr>
          <a:xfrm>
            <a:off x="1143000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 19">
            <a:extLst>
              <a:ext uri="{FF2B5EF4-FFF2-40B4-BE49-F238E27FC236}">
                <a16:creationId xmlns:a16="http://schemas.microsoft.com/office/drawing/2014/main" id="{CCB0FD95-D1EB-9644-D602-9BAABDE3EF08}"/>
              </a:ext>
            </a:extLst>
          </p:cNvPr>
          <p:cNvSpPr txBox="1"/>
          <p:nvPr/>
        </p:nvSpPr>
        <p:spPr>
          <a:xfrm>
            <a:off x="1417320" y="3493008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Verified clinical coding with known terminology mapping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2712B910-E8B8-59C2-85D3-02EA06B16AE7}"/>
              </a:ext>
            </a:extLst>
          </p:cNvPr>
          <p:cNvSpPr/>
          <p:nvPr/>
        </p:nvSpPr>
        <p:spPr>
          <a:xfrm>
            <a:off x="6254496" y="3035808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Shape 21">
            <a:extLst>
              <a:ext uri="{FF2B5EF4-FFF2-40B4-BE49-F238E27FC236}">
                <a16:creationId xmlns:a16="http://schemas.microsoft.com/office/drawing/2014/main" id="{BD29BDBB-C66E-83AC-5232-A9FC9B974BFC}"/>
              </a:ext>
            </a:extLst>
          </p:cNvPr>
          <p:cNvSpPr/>
          <p:nvPr/>
        </p:nvSpPr>
        <p:spPr>
          <a:xfrm>
            <a:off x="6437376" y="3218688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7E4FC70A-B157-6DBF-D407-33012E213874}"/>
              </a:ext>
            </a:extLst>
          </p:cNvPr>
          <p:cNvSpPr txBox="1"/>
          <p:nvPr/>
        </p:nvSpPr>
        <p:spPr>
          <a:xfrm>
            <a:off x="6437376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AB883AC2-B544-A791-8916-712E68E50CD2}"/>
              </a:ext>
            </a:extLst>
          </p:cNvPr>
          <p:cNvSpPr txBox="1"/>
          <p:nvPr/>
        </p:nvSpPr>
        <p:spPr>
          <a:xfrm>
            <a:off x="6848856" y="31455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Happy-path testing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D9FA8C66-9058-0AA1-7631-E2884E152102}"/>
              </a:ext>
            </a:extLst>
          </p:cNvPr>
          <p:cNvSpPr txBox="1"/>
          <p:nvPr/>
        </p:nvSpPr>
        <p:spPr>
          <a:xfrm>
            <a:off x="6848856" y="3493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" name="Text 25">
            <a:extLst>
              <a:ext uri="{FF2B5EF4-FFF2-40B4-BE49-F238E27FC236}">
                <a16:creationId xmlns:a16="http://schemas.microsoft.com/office/drawing/2014/main" id="{9267E901-5A7F-3267-5AD5-6F9DF624F541}"/>
              </a:ext>
            </a:extLst>
          </p:cNvPr>
          <p:cNvSpPr txBox="1"/>
          <p:nvPr/>
        </p:nvSpPr>
        <p:spPr>
          <a:xfrm>
            <a:off x="7123176" y="3493008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Resilience testing (delays, bad data, dropped connections)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2E2CA194-0AB3-4AD9-5E76-42FD6D007F55}"/>
              </a:ext>
            </a:extLst>
          </p:cNvPr>
          <p:cNvSpPr/>
          <p:nvPr/>
        </p:nvSpPr>
        <p:spPr>
          <a:xfrm>
            <a:off x="548640" y="4471416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8" name="Shape 27">
            <a:extLst>
              <a:ext uri="{FF2B5EF4-FFF2-40B4-BE49-F238E27FC236}">
                <a16:creationId xmlns:a16="http://schemas.microsoft.com/office/drawing/2014/main" id="{CC819DFC-7C84-86B0-CBA7-9760566DFAC7}"/>
              </a:ext>
            </a:extLst>
          </p:cNvPr>
          <p:cNvSpPr/>
          <p:nvPr/>
        </p:nvSpPr>
        <p:spPr>
          <a:xfrm>
            <a:off x="731520" y="465429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26F4F9A4-A9E7-63BE-78B7-393056CC950D}"/>
              </a:ext>
            </a:extLst>
          </p:cNvPr>
          <p:cNvSpPr txBox="1"/>
          <p:nvPr/>
        </p:nvSpPr>
        <p:spPr>
          <a:xfrm>
            <a:off x="731520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2" name="Text 29">
            <a:extLst>
              <a:ext uri="{FF2B5EF4-FFF2-40B4-BE49-F238E27FC236}">
                <a16:creationId xmlns:a16="http://schemas.microsoft.com/office/drawing/2014/main" id="{85C492E6-6214-A6EB-639E-18DAE6A307A0}"/>
              </a:ext>
            </a:extLst>
          </p:cNvPr>
          <p:cNvSpPr txBox="1"/>
          <p:nvPr/>
        </p:nvSpPr>
        <p:spPr>
          <a:xfrm>
            <a:off x="1143000" y="4581144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Manual validation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4" name="Text 30">
            <a:extLst>
              <a:ext uri="{FF2B5EF4-FFF2-40B4-BE49-F238E27FC236}">
                <a16:creationId xmlns:a16="http://schemas.microsoft.com/office/drawing/2014/main" id="{55AE0C61-2652-B42B-E0A5-28F1B1FF773B}"/>
              </a:ext>
            </a:extLst>
          </p:cNvPr>
          <p:cNvSpPr txBox="1"/>
          <p:nvPr/>
        </p:nvSpPr>
        <p:spPr>
          <a:xfrm>
            <a:off x="1143000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A9C2B614-A2BF-BEBD-1A6C-19270EF6F32A}"/>
              </a:ext>
            </a:extLst>
          </p:cNvPr>
          <p:cNvSpPr txBox="1"/>
          <p:nvPr/>
        </p:nvSpPr>
        <p:spPr>
          <a:xfrm>
            <a:off x="1417320" y="4928616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Reusable automated test suite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8" name="Shape 32">
            <a:extLst>
              <a:ext uri="{FF2B5EF4-FFF2-40B4-BE49-F238E27FC236}">
                <a16:creationId xmlns:a16="http://schemas.microsoft.com/office/drawing/2014/main" id="{6A42D560-A99F-0039-0EE3-558303C39235}"/>
              </a:ext>
            </a:extLst>
          </p:cNvPr>
          <p:cNvSpPr/>
          <p:nvPr/>
        </p:nvSpPr>
        <p:spPr>
          <a:xfrm>
            <a:off x="6254496" y="4471416"/>
            <a:ext cx="5385816" cy="1234440"/>
          </a:xfrm>
          <a:prstGeom prst="rect">
            <a:avLst/>
          </a:prstGeom>
          <a:solidFill>
            <a:srgbClr val="002060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0" name="Shape 33">
            <a:extLst>
              <a:ext uri="{FF2B5EF4-FFF2-40B4-BE49-F238E27FC236}">
                <a16:creationId xmlns:a16="http://schemas.microsoft.com/office/drawing/2014/main" id="{A6E04458-58D4-172B-85CB-FFA182F32EB0}"/>
              </a:ext>
            </a:extLst>
          </p:cNvPr>
          <p:cNvSpPr/>
          <p:nvPr/>
        </p:nvSpPr>
        <p:spPr>
          <a:xfrm>
            <a:off x="6437376" y="4654296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AU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2" name="Text 34">
            <a:extLst>
              <a:ext uri="{FF2B5EF4-FFF2-40B4-BE49-F238E27FC236}">
                <a16:creationId xmlns:a16="http://schemas.microsoft.com/office/drawing/2014/main" id="{9CC93948-E7F0-91A9-C964-5E114CCCA42F}"/>
              </a:ext>
            </a:extLst>
          </p:cNvPr>
          <p:cNvSpPr txBox="1"/>
          <p:nvPr/>
        </p:nvSpPr>
        <p:spPr>
          <a:xfrm>
            <a:off x="6437376" y="4654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448B85BC-127D-2349-9F44-C67D287C2722}"/>
              </a:ext>
            </a:extLst>
          </p:cNvPr>
          <p:cNvSpPr txBox="1"/>
          <p:nvPr/>
        </p:nvSpPr>
        <p:spPr>
          <a:xfrm>
            <a:off x="6848856" y="4581144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B9C6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Fragmented tooling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6" name="Text 36">
            <a:extLst>
              <a:ext uri="{FF2B5EF4-FFF2-40B4-BE49-F238E27FC236}">
                <a16:creationId xmlns:a16="http://schemas.microsoft.com/office/drawing/2014/main" id="{179D5821-F602-FDFF-B90E-4EC3FD188BE3}"/>
              </a:ext>
            </a:extLst>
          </p:cNvPr>
          <p:cNvSpPr txBox="1"/>
          <p:nvPr/>
        </p:nvSpPr>
        <p:spPr>
          <a:xfrm>
            <a:off x="6848856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8FCB9B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8" name="Text 37">
            <a:extLst>
              <a:ext uri="{FF2B5EF4-FFF2-40B4-BE49-F238E27FC236}">
                <a16:creationId xmlns:a16="http://schemas.microsoft.com/office/drawing/2014/main" id="{6F500751-BB6A-BB9A-FF78-C9DD8E85D7C0}"/>
              </a:ext>
            </a:extLst>
          </p:cNvPr>
          <p:cNvSpPr txBox="1"/>
          <p:nvPr/>
        </p:nvSpPr>
        <p:spPr>
          <a:xfrm>
            <a:off x="7123176" y="4928616"/>
            <a:ext cx="43342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Single, unified validation workflow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0" name="Text 38">
            <a:extLst>
              <a:ext uri="{FF2B5EF4-FFF2-40B4-BE49-F238E27FC236}">
                <a16:creationId xmlns:a16="http://schemas.microsoft.com/office/drawing/2014/main" id="{CB4408B2-337B-B68D-DE3F-00B5EFD660ED}"/>
              </a:ext>
            </a:extLst>
          </p:cNvPr>
          <p:cNvSpPr txBox="1"/>
          <p:nvPr/>
        </p:nvSpPr>
        <p:spPr>
          <a:xfrm>
            <a:off x="548639" y="5952743"/>
            <a:ext cx="11184941" cy="769925"/>
          </a:xfrm>
          <a:prstGeom prst="rect">
            <a:avLst/>
          </a:prstGeom>
          <a:solidFill>
            <a:srgbClr val="002060"/>
          </a:solidFill>
          <a:ln>
            <a:solidFill>
              <a:schemeClr val="bg1"/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solution: a centralised, vendor-neutral Test Harness — built on synthetic data — that unifies FHIR messaging, terminology validation and automated resilience testing for MedTalk, before and after production deployment.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2421EC2-20F3-70AB-343E-9B0D2B71FEB7}"/>
              </a:ext>
            </a:extLst>
          </p:cNvPr>
          <p:cNvSpPr txBox="1"/>
          <p:nvPr/>
        </p:nvSpPr>
        <p:spPr>
          <a:xfrm>
            <a:off x="372668" y="393186"/>
            <a:ext cx="964825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35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Gap Analysis From Current State to Test harness</a:t>
            </a:r>
          </a:p>
        </p:txBody>
      </p:sp>
    </p:spTree>
    <p:extLst>
      <p:ext uri="{BB962C8B-B14F-4D97-AF65-F5344CB8AC3E}">
        <p14:creationId xmlns:p14="http://schemas.microsoft.com/office/powerpoint/2010/main" val="34054420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D93FFBA-1243-CC9C-E986-0F77D9645309}"/>
              </a:ext>
            </a:extLst>
          </p:cNvPr>
          <p:cNvSpPr/>
          <p:nvPr/>
        </p:nvSpPr>
        <p:spPr>
          <a:xfrm>
            <a:off x="305" y="-32918"/>
            <a:ext cx="12191695" cy="68580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394960" y="1463040"/>
            <a:ext cx="1280160" cy="128016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/home/claude/pptxbuild/icon_mes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198" y="1770278"/>
            <a:ext cx="665683" cy="6656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9260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490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A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Sonam Pelden  •  Charity Gwese  •  Rikesh Aryal  •  Zubair Adil Soomro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1526</Words>
  <Application>Microsoft Office PowerPoint</Application>
  <PresentationFormat>Widescreen</PresentationFormat>
  <Paragraphs>238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Faz Australia — MedTalk Clinical Documentation Platform: Current State (As-Is) Faz Australia — MedTalk Clinical Documentation Platform: Current State (As-Is) </vt:lpstr>
      <vt:lpstr>Comparative Analysis of existing Solutions</vt:lpstr>
      <vt:lpstr>Technology &amp; Market Survey 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Charity Gwese</dc:creator>
  <cp:lastModifiedBy>sonam pelden</cp:lastModifiedBy>
  <cp:revision>1</cp:revision>
  <dcterms:created xsi:type="dcterms:W3CDTF">2026-09-11T23:05:39Z</dcterms:created>
  <dcterms:modified xsi:type="dcterms:W3CDTF">2026-09-12T11:26:05Z</dcterms:modified>
</cp:coreProperties>
</file>