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7" r:id="rId10"/>
    <p:sldId id="256" r:id="rId11"/>
    <p:sldId id="258" r:id="rId12"/>
    <p:sldId id="259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6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763BE-9A41-40D2-BA6F-2D00CB730218}" v="17" dt="2026-09-12T11:19:47.545"/>
    <p1510:client id="{8374C1BF-11DB-43A2-A663-5EE3E4F08865}" v="89" dt="2026-09-12T00:09:29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ity Gwese" userId="47cf6ea682a7bfa1" providerId="LiveId" clId="{E7309B3C-0CC5-4A93-AA0F-CE276BF7C62E}"/>
    <pc:docChg chg="undo custSel addSld modSld sldOrd">
      <pc:chgData name="Charity Gwese" userId="47cf6ea682a7bfa1" providerId="LiveId" clId="{E7309B3C-0CC5-4A93-AA0F-CE276BF7C62E}" dt="2026-09-12T00:13:27.023" v="634" actId="207"/>
      <pc:docMkLst>
        <pc:docMk/>
      </pc:docMkLst>
      <pc:sldChg chg="addSp delSp modSp new mod ord modClrScheme chgLayout">
        <pc:chgData name="Charity Gwese" userId="47cf6ea682a7bfa1" providerId="LiveId" clId="{E7309B3C-0CC5-4A93-AA0F-CE276BF7C62E}" dt="2026-09-12T00:10:48.935" v="626"/>
        <pc:sldMkLst>
          <pc:docMk/>
          <pc:sldMk cId="3337789029" sldId="256"/>
        </pc:sldMkLst>
        <pc:spChg chg="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2" creationId="{2A419528-92C5-1B1D-810E-5F199FA9E2CF}"/>
          </ac:spMkLst>
        </pc:spChg>
        <pc:spChg chg="del">
          <ac:chgData name="Charity Gwese" userId="47cf6ea682a7bfa1" providerId="LiveId" clId="{E7309B3C-0CC5-4A93-AA0F-CE276BF7C62E}" dt="2026-09-11T23:06:29.257" v="43" actId="34307"/>
          <ac:spMkLst>
            <pc:docMk/>
            <pc:sldMk cId="3337789029" sldId="256"/>
            <ac:spMk id="3" creationId="{723E8470-E10D-42A1-C58C-2C41DE62BF0D}"/>
          </ac:spMkLst>
        </pc:spChg>
        <pc:spChg chg="add del mod">
          <ac:chgData name="Charity Gwese" userId="47cf6ea682a7bfa1" providerId="LiveId" clId="{E7309B3C-0CC5-4A93-AA0F-CE276BF7C62E}" dt="2026-09-11T23:07:06.933" v="46" actId="700"/>
          <ac:spMkLst>
            <pc:docMk/>
            <pc:sldMk cId="3337789029" sldId="256"/>
            <ac:spMk id="6" creationId="{2AE721EA-A9A1-8490-0C87-FF4A09F487E3}"/>
          </ac:spMkLst>
        </pc:spChg>
        <pc:spChg chg="add del mod">
          <ac:chgData name="Charity Gwese" userId="47cf6ea682a7bfa1" providerId="LiveId" clId="{E7309B3C-0CC5-4A93-AA0F-CE276BF7C62E}" dt="2026-09-11T23:07:08.118" v="48"/>
          <ac:spMkLst>
            <pc:docMk/>
            <pc:sldMk cId="3337789029" sldId="256"/>
            <ac:spMk id="7" creationId="{73FA7269-4443-77BF-8CB3-6DD770FD47DE}"/>
          </ac:spMkLst>
        </pc:spChg>
        <pc:spChg chg="add del mod">
          <ac:chgData name="Charity Gwese" userId="47cf6ea682a7bfa1" providerId="LiveId" clId="{E7309B3C-0CC5-4A93-AA0F-CE276BF7C62E}" dt="2026-09-11T23:07:26.835" v="51"/>
          <ac:spMkLst>
            <pc:docMk/>
            <pc:sldMk cId="3337789029" sldId="256"/>
            <ac:spMk id="8" creationId="{F8BD1770-106E-6202-298C-B53D4CB27013}"/>
          </ac:spMkLst>
        </pc:spChg>
        <pc:spChg chg="add mod">
          <ac:chgData name="Charity Gwese" userId="47cf6ea682a7bfa1" providerId="LiveId" clId="{E7309B3C-0CC5-4A93-AA0F-CE276BF7C62E}" dt="2026-09-11T23:34:53.050" v="216" actId="1076"/>
          <ac:spMkLst>
            <pc:docMk/>
            <pc:sldMk cId="3337789029" sldId="256"/>
            <ac:spMk id="9" creationId="{7B421157-488E-D9AE-91E7-84034AFC56C5}"/>
          </ac:spMkLst>
        </pc:spChg>
        <pc:spChg chg="add mod">
          <ac:chgData name="Charity Gwese" userId="47cf6ea682a7bfa1" providerId="LiveId" clId="{E7309B3C-0CC5-4A93-AA0F-CE276BF7C62E}" dt="2026-09-11T23:34:46.168" v="214" actId="1076"/>
          <ac:spMkLst>
            <pc:docMk/>
            <pc:sldMk cId="3337789029" sldId="256"/>
            <ac:spMk id="10" creationId="{E9F04A71-AD8B-4F19-DE28-58C433C6268D}"/>
          </ac:spMkLst>
        </pc:spChg>
        <pc:spChg chg="add mod">
          <ac:chgData name="Charity Gwese" userId="47cf6ea682a7bfa1" providerId="LiveId" clId="{E7309B3C-0CC5-4A93-AA0F-CE276BF7C62E}" dt="2026-09-11T23:34:57.578" v="217" actId="1076"/>
          <ac:spMkLst>
            <pc:docMk/>
            <pc:sldMk cId="3337789029" sldId="256"/>
            <ac:spMk id="12" creationId="{67125CE7-FB68-7097-B163-1762226E6918}"/>
          </ac:spMkLst>
        </pc:spChg>
        <pc:spChg chg="add mod">
          <ac:chgData name="Charity Gwese" userId="47cf6ea682a7bfa1" providerId="LiveId" clId="{E7309B3C-0CC5-4A93-AA0F-CE276BF7C62E}" dt="2026-09-11T23:35:02.537" v="218" actId="1076"/>
          <ac:spMkLst>
            <pc:docMk/>
            <pc:sldMk cId="3337789029" sldId="256"/>
            <ac:spMk id="14" creationId="{4AC87B1D-D030-F909-8122-B0D5E5AE28C3}"/>
          </ac:spMkLst>
        </pc:spChg>
        <pc:spChg chg="add del mod">
          <ac:chgData name="Charity Gwese" userId="47cf6ea682a7bfa1" providerId="LiveId" clId="{E7309B3C-0CC5-4A93-AA0F-CE276BF7C62E}" dt="2026-09-11T23:14:19.205" v="88" actId="21"/>
          <ac:spMkLst>
            <pc:docMk/>
            <pc:sldMk cId="3337789029" sldId="256"/>
            <ac:spMk id="15" creationId="{5D1F9445-D278-DFD6-CD9D-FDAD1E56F742}"/>
          </ac:spMkLst>
        </pc:spChg>
        <pc:spChg chg="add del mod">
          <ac:chgData name="Charity Gwese" userId="47cf6ea682a7bfa1" providerId="LiveId" clId="{E7309B3C-0CC5-4A93-AA0F-CE276BF7C62E}" dt="2026-09-11T23:14:21.257" v="89" actId="21"/>
          <ac:spMkLst>
            <pc:docMk/>
            <pc:sldMk cId="3337789029" sldId="256"/>
            <ac:spMk id="16" creationId="{B402E2FF-ED8F-D1DB-3EDF-B06915241148}"/>
          </ac:spMkLst>
        </pc:spChg>
        <pc:spChg chg="add del mod">
          <ac:chgData name="Charity Gwese" userId="47cf6ea682a7bfa1" providerId="LiveId" clId="{E7309B3C-0CC5-4A93-AA0F-CE276BF7C62E}" dt="2026-09-11T23:14:23.434" v="90" actId="21"/>
          <ac:spMkLst>
            <pc:docMk/>
            <pc:sldMk cId="3337789029" sldId="256"/>
            <ac:spMk id="17" creationId="{57BE9714-9B94-D328-2372-C363017B3A5D}"/>
          </ac:spMkLst>
        </pc:spChg>
        <pc:spChg chg="add del mod">
          <ac:chgData name="Charity Gwese" userId="47cf6ea682a7bfa1" providerId="LiveId" clId="{E7309B3C-0CC5-4A93-AA0F-CE276BF7C62E}" dt="2026-09-11T23:16:11.981" v="103" actId="21"/>
          <ac:spMkLst>
            <pc:docMk/>
            <pc:sldMk cId="3337789029" sldId="256"/>
            <ac:spMk id="18" creationId="{4E693B2B-BA19-3AB5-4267-267638ADEB6D}"/>
          </ac:spMkLst>
        </pc:spChg>
        <pc:spChg chg="add del mod">
          <ac:chgData name="Charity Gwese" userId="47cf6ea682a7bfa1" providerId="LiveId" clId="{E7309B3C-0CC5-4A93-AA0F-CE276BF7C62E}" dt="2026-09-11T23:16:13.937" v="104" actId="21"/>
          <ac:spMkLst>
            <pc:docMk/>
            <pc:sldMk cId="3337789029" sldId="256"/>
            <ac:spMk id="19" creationId="{B947ECC7-5927-4CEB-C54E-BBF67D54309E}"/>
          </ac:spMkLst>
        </pc:spChg>
        <pc:spChg chg="add del mod">
          <ac:chgData name="Charity Gwese" userId="47cf6ea682a7bfa1" providerId="LiveId" clId="{E7309B3C-0CC5-4A93-AA0F-CE276BF7C62E}" dt="2026-09-11T23:16:16.401" v="105" actId="21"/>
          <ac:spMkLst>
            <pc:docMk/>
            <pc:sldMk cId="3337789029" sldId="256"/>
            <ac:spMk id="20" creationId="{8B3F9FA1-0696-FD4A-0565-54364DB9F586}"/>
          </ac:spMkLst>
        </pc:spChg>
        <pc:spChg chg="add mod">
          <ac:chgData name="Charity Gwese" userId="47cf6ea682a7bfa1" providerId="LiveId" clId="{E7309B3C-0CC5-4A93-AA0F-CE276BF7C62E}" dt="2026-09-11T23:35:37.887" v="224" actId="14100"/>
          <ac:spMkLst>
            <pc:docMk/>
            <pc:sldMk cId="3337789029" sldId="256"/>
            <ac:spMk id="21" creationId="{C990FE73-0E02-1C34-AA18-42C7B0398CD6}"/>
          </ac:spMkLst>
        </pc:spChg>
        <pc:spChg chg="add mod">
          <ac:chgData name="Charity Gwese" userId="47cf6ea682a7bfa1" providerId="LiveId" clId="{E7309B3C-0CC5-4A93-AA0F-CE276BF7C62E}" dt="2026-09-11T23:37:12.137" v="238" actId="1076"/>
          <ac:spMkLst>
            <pc:docMk/>
            <pc:sldMk cId="3337789029" sldId="256"/>
            <ac:spMk id="22" creationId="{9F8D4248-37D3-8F3B-8CE9-F411F3CFB7C5}"/>
          </ac:spMkLst>
        </pc:spChg>
        <pc:spChg chg="add mod">
          <ac:chgData name="Charity Gwese" userId="47cf6ea682a7bfa1" providerId="LiveId" clId="{E7309B3C-0CC5-4A93-AA0F-CE276BF7C62E}" dt="2026-09-11T23:36:25.448" v="230" actId="1076"/>
          <ac:spMkLst>
            <pc:docMk/>
            <pc:sldMk cId="3337789029" sldId="256"/>
            <ac:spMk id="23" creationId="{21548C28-9857-F6D2-24AE-C17754C13271}"/>
          </ac:spMkLst>
        </pc:spChg>
        <pc:spChg chg="add mod">
          <ac:chgData name="Charity Gwese" userId="47cf6ea682a7bfa1" providerId="LiveId" clId="{E7309B3C-0CC5-4A93-AA0F-CE276BF7C62E}" dt="2026-09-11T23:36:52.678" v="234" actId="14100"/>
          <ac:spMkLst>
            <pc:docMk/>
            <pc:sldMk cId="3337789029" sldId="256"/>
            <ac:spMk id="24" creationId="{13CE467C-923C-975A-ABC2-A10B968A1A18}"/>
          </ac:spMkLst>
        </pc:spChg>
        <pc:spChg chg="add mod">
          <ac:chgData name="Charity Gwese" userId="47cf6ea682a7bfa1" providerId="LiveId" clId="{E7309B3C-0CC5-4A93-AA0F-CE276BF7C62E}" dt="2026-09-11T23:37:37.938" v="241" actId="20577"/>
          <ac:spMkLst>
            <pc:docMk/>
            <pc:sldMk cId="3337789029" sldId="256"/>
            <ac:spMk id="25" creationId="{EB667F95-9F91-A47F-D6CF-2FF8DF03D312}"/>
          </ac:spMkLst>
        </pc:spChg>
        <pc:spChg chg="add mod">
          <ac:chgData name="Charity Gwese" userId="47cf6ea682a7bfa1" providerId="LiveId" clId="{E7309B3C-0CC5-4A93-AA0F-CE276BF7C62E}" dt="2026-09-11T23:37:42.423" v="242" actId="20577"/>
          <ac:spMkLst>
            <pc:docMk/>
            <pc:sldMk cId="3337789029" sldId="256"/>
            <ac:spMk id="26" creationId="{879781F7-7395-4C76-1E8D-E64132D1FDB9}"/>
          </ac:spMkLst>
        </pc:spChg>
        <pc:spChg chg="add mod">
          <ac:chgData name="Charity Gwese" userId="47cf6ea682a7bfa1" providerId="LiveId" clId="{E7309B3C-0CC5-4A93-AA0F-CE276BF7C62E}" dt="2026-09-11T23:37:08.777" v="236" actId="1076"/>
          <ac:spMkLst>
            <pc:docMk/>
            <pc:sldMk cId="3337789029" sldId="256"/>
            <ac:spMk id="33" creationId="{518789BA-1176-240F-0041-A0B5DE90EF39}"/>
          </ac:spMkLst>
        </pc:spChg>
        <pc:spChg chg="add del mod">
          <ac:chgData name="Charity Gwese" userId="47cf6ea682a7bfa1" providerId="LiveId" clId="{E7309B3C-0CC5-4A93-AA0F-CE276BF7C62E}" dt="2026-09-11T23:24:58.574" v="152"/>
          <ac:spMkLst>
            <pc:docMk/>
            <pc:sldMk cId="3337789029" sldId="256"/>
            <ac:spMk id="34" creationId="{81CAE4A3-9AD5-F499-0F4D-226718A72CE3}"/>
          </ac:spMkLst>
        </pc:spChg>
        <pc:spChg chg="add mod">
          <ac:chgData name="Charity Gwese" userId="47cf6ea682a7bfa1" providerId="LiveId" clId="{E7309B3C-0CC5-4A93-AA0F-CE276BF7C62E}" dt="2026-09-11T23:36:43.912" v="232" actId="1076"/>
          <ac:spMkLst>
            <pc:docMk/>
            <pc:sldMk cId="3337789029" sldId="256"/>
            <ac:spMk id="35" creationId="{3C024FC5-42AB-3D7A-1977-B0204D94116B}"/>
          </ac:spMkLst>
        </pc:spChg>
        <pc:spChg chg="add mod">
          <ac:chgData name="Charity Gwese" userId="47cf6ea682a7bfa1" providerId="LiveId" clId="{E7309B3C-0CC5-4A93-AA0F-CE276BF7C62E}" dt="2026-09-11T23:36:35.560" v="231" actId="1076"/>
          <ac:spMkLst>
            <pc:docMk/>
            <pc:sldMk cId="3337789029" sldId="256"/>
            <ac:spMk id="36" creationId="{0FB80FE4-3EFD-D343-8A06-795CFAD5749B}"/>
          </ac:spMkLst>
        </pc:spChg>
        <pc:spChg chg="add mod">
          <ac:chgData name="Charity Gwese" userId="47cf6ea682a7bfa1" providerId="LiveId" clId="{E7309B3C-0CC5-4A93-AA0F-CE276BF7C62E}" dt="2026-09-11T23:37:18.865" v="239" actId="1076"/>
          <ac:spMkLst>
            <pc:docMk/>
            <pc:sldMk cId="3337789029" sldId="256"/>
            <ac:spMk id="37" creationId="{FEDA8B58-0117-94CA-B844-5669742D2EE3}"/>
          </ac:spMkLst>
        </pc:spChg>
        <pc:spChg chg="add mod">
          <ac:chgData name="Charity Gwese" userId="47cf6ea682a7bfa1" providerId="LiveId" clId="{E7309B3C-0CC5-4A93-AA0F-CE276BF7C62E}" dt="2026-09-11T23:37:00.739" v="235" actId="1076"/>
          <ac:spMkLst>
            <pc:docMk/>
            <pc:sldMk cId="3337789029" sldId="256"/>
            <ac:spMk id="38" creationId="{44B83765-B5B6-ADA8-B9B8-14DB7B927DF4}"/>
          </ac:spMkLst>
        </pc:spChg>
        <pc:spChg chg="add mod">
          <ac:chgData name="Charity Gwese" userId="47cf6ea682a7bfa1" providerId="LiveId" clId="{E7309B3C-0CC5-4A93-AA0F-CE276BF7C62E}" dt="2026-09-11T23:37:24.245" v="240" actId="1076"/>
          <ac:spMkLst>
            <pc:docMk/>
            <pc:sldMk cId="3337789029" sldId="256"/>
            <ac:spMk id="39" creationId="{B96F61D1-E691-8440-8957-6E1A75B67F03}"/>
          </ac:spMkLst>
        </pc:spChg>
        <pc:spChg chg="add mod">
          <ac:chgData name="Charity Gwese" userId="47cf6ea682a7bfa1" providerId="LiveId" clId="{E7309B3C-0CC5-4A93-AA0F-CE276BF7C62E}" dt="2026-09-11T23:34:27.753" v="211" actId="255"/>
          <ac:spMkLst>
            <pc:docMk/>
            <pc:sldMk cId="3337789029" sldId="256"/>
            <ac:spMk id="40" creationId="{F511BE41-DB44-D3B1-0D6D-CAF7D7A3BCBD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1" creationId="{B7FED674-C6D3-97C3-019C-4B37CF220387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2" creationId="{A927EEFC-199D-39AE-6CC1-8A8A04D4A997}"/>
          </ac:spMkLst>
        </pc:spChg>
        <pc:picChg chg="add del mod ord">
          <ac:chgData name="Charity Gwese" userId="47cf6ea682a7bfa1" providerId="LiveId" clId="{E7309B3C-0CC5-4A93-AA0F-CE276BF7C62E}" dt="2026-09-11T23:06:35.478" v="44" actId="21"/>
          <ac:picMkLst>
            <pc:docMk/>
            <pc:sldMk cId="3337789029" sldId="256"/>
            <ac:picMk id="4" creationId="{F74EC3E7-51E6-67AF-CA34-C6A4A63BF6BD}"/>
          </ac:picMkLst>
        </pc:picChg>
        <pc:picChg chg="add del mod">
          <ac:chgData name="Charity Gwese" userId="47cf6ea682a7bfa1" providerId="LiveId" clId="{E7309B3C-0CC5-4A93-AA0F-CE276BF7C62E}" dt="2026-09-11T23:24:58.564" v="150" actId="21"/>
          <ac:picMkLst>
            <pc:docMk/>
            <pc:sldMk cId="3337789029" sldId="256"/>
            <ac:picMk id="28" creationId="{9DC1E339-938C-B125-BDFA-7B6960BCAE0F}"/>
          </ac:picMkLst>
        </pc:picChg>
        <pc:picChg chg="add del mod">
          <ac:chgData name="Charity Gwese" userId="47cf6ea682a7bfa1" providerId="LiveId" clId="{E7309B3C-0CC5-4A93-AA0F-CE276BF7C62E}" dt="2026-09-11T23:22:52.932" v="142" actId="22"/>
          <ac:picMkLst>
            <pc:docMk/>
            <pc:sldMk cId="3337789029" sldId="256"/>
            <ac:picMk id="30" creationId="{DC28537C-A418-5E3F-CBFD-7B390BAEC608}"/>
          </ac:picMkLst>
        </pc:picChg>
        <pc:picChg chg="add del mod">
          <ac:chgData name="Charity Gwese" userId="47cf6ea682a7bfa1" providerId="LiveId" clId="{E7309B3C-0CC5-4A93-AA0F-CE276BF7C62E}" dt="2026-09-11T23:22:48.786" v="139" actId="22"/>
          <ac:picMkLst>
            <pc:docMk/>
            <pc:sldMk cId="3337789029" sldId="256"/>
            <ac:picMk id="32" creationId="{E58F4C33-0613-D31F-3434-725BC51DB9D3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1T23:53:54.127" v="300" actId="5793"/>
        <pc:sldMkLst>
          <pc:docMk/>
          <pc:sldMk cId="1865661211" sldId="257"/>
        </pc:sldMkLst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2" creationId="{75BBA52C-FF9D-C071-D8AE-E5BF2693B563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3" creationId="{B6EA5323-AFDE-007C-D6D5-79AAE651A38C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4" creationId="{8A93614D-FE41-1311-55A2-6F6D43116FCD}"/>
          </ac:spMkLst>
        </pc:spChg>
        <pc:spChg chg="add mod ord">
          <ac:chgData name="Charity Gwese" userId="47cf6ea682a7bfa1" providerId="LiveId" clId="{E7309B3C-0CC5-4A93-AA0F-CE276BF7C62E}" dt="2026-09-11T23:48:03.856" v="267" actId="27636"/>
          <ac:spMkLst>
            <pc:docMk/>
            <pc:sldMk cId="1865661211" sldId="257"/>
            <ac:spMk id="5" creationId="{B3BE608F-0140-3045-9240-304F94C6F4F9}"/>
          </ac:spMkLst>
        </pc:spChg>
        <pc:spChg chg="add mod ord">
          <ac:chgData name="Charity Gwese" userId="47cf6ea682a7bfa1" providerId="LiveId" clId="{E7309B3C-0CC5-4A93-AA0F-CE276BF7C62E}" dt="2026-09-11T23:53:54.127" v="300" actId="5793"/>
          <ac:spMkLst>
            <pc:docMk/>
            <pc:sldMk cId="1865661211" sldId="257"/>
            <ac:spMk id="6" creationId="{772798F5-9DB6-171C-EC7E-B018F3892029}"/>
          </ac:spMkLst>
        </pc:spChg>
        <pc:spChg chg="add del mod ord">
          <ac:chgData name="Charity Gwese" userId="47cf6ea682a7bfa1" providerId="LiveId" clId="{E7309B3C-0CC5-4A93-AA0F-CE276BF7C62E}" dt="2026-09-11T23:48:47.640" v="270" actId="22"/>
          <ac:spMkLst>
            <pc:docMk/>
            <pc:sldMk cId="1865661211" sldId="257"/>
            <ac:spMk id="7" creationId="{7C703428-D3FB-9A35-3DDB-01973D3CBF31}"/>
          </ac:spMkLst>
        </pc:spChg>
        <pc:spChg chg="add del mod">
          <ac:chgData name="Charity Gwese" userId="47cf6ea682a7bfa1" providerId="LiveId" clId="{E7309B3C-0CC5-4A93-AA0F-CE276BF7C62E}" dt="2026-09-11T23:48:08.065" v="269"/>
          <ac:spMkLst>
            <pc:docMk/>
            <pc:sldMk cId="1865661211" sldId="257"/>
            <ac:spMk id="8" creationId="{4586F74C-58F7-2FF8-DDB2-09716FAE0D32}"/>
          </ac:spMkLst>
        </pc:spChg>
        <pc:spChg chg="add mod">
          <ac:chgData name="Charity Gwese" userId="47cf6ea682a7bfa1" providerId="LiveId" clId="{E7309B3C-0CC5-4A93-AA0F-CE276BF7C62E}" dt="2026-09-11T23:47:11.195" v="261" actId="207"/>
          <ac:spMkLst>
            <pc:docMk/>
            <pc:sldMk cId="1865661211" sldId="257"/>
            <ac:spMk id="10" creationId="{24B799CC-1332-66F5-C081-BB97DC2AB886}"/>
          </ac:spMkLst>
        </pc:spChg>
        <pc:spChg chg="add del">
          <ac:chgData name="Charity Gwese" userId="47cf6ea682a7bfa1" providerId="LiveId" clId="{E7309B3C-0CC5-4A93-AA0F-CE276BF7C62E}" dt="2026-09-11T23:46:25.032" v="258" actId="22"/>
          <ac:spMkLst>
            <pc:docMk/>
            <pc:sldMk cId="1865661211" sldId="257"/>
            <ac:spMk id="12" creationId="{24EA4C88-D2A4-864C-862E-1FF744883167}"/>
          </ac:spMkLst>
        </pc:spChg>
        <pc:spChg chg="add mod">
          <ac:chgData name="Charity Gwese" userId="47cf6ea682a7bfa1" providerId="LiveId" clId="{E7309B3C-0CC5-4A93-AA0F-CE276BF7C62E}" dt="2026-09-11T23:51:53.946" v="286" actId="1076"/>
          <ac:spMkLst>
            <pc:docMk/>
            <pc:sldMk cId="1865661211" sldId="257"/>
            <ac:spMk id="15" creationId="{8F82D51A-0B6F-1B10-7CB0-033CCB95C61A}"/>
          </ac:spMkLst>
        </pc:spChg>
        <pc:spChg chg="add mod ord">
          <ac:chgData name="Charity Gwese" userId="47cf6ea682a7bfa1" providerId="LiveId" clId="{E7309B3C-0CC5-4A93-AA0F-CE276BF7C62E}" dt="2026-09-11T23:51:42.353" v="284" actId="167"/>
          <ac:spMkLst>
            <pc:docMk/>
            <pc:sldMk cId="1865661211" sldId="257"/>
            <ac:spMk id="16" creationId="{ED7C5EC4-17BF-620E-9615-897F9C02E6F7}"/>
          </ac:spMkLst>
        </pc:spChg>
        <pc:picChg chg="add mod ord">
          <ac:chgData name="Charity Gwese" userId="47cf6ea682a7bfa1" providerId="LiveId" clId="{E7309B3C-0CC5-4A93-AA0F-CE276BF7C62E}" dt="2026-09-11T23:52:02.760" v="2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addSp delSp modSp new mod">
        <pc:chgData name="Charity Gwese" userId="47cf6ea682a7bfa1" providerId="LiveId" clId="{E7309B3C-0CC5-4A93-AA0F-CE276BF7C62E}" dt="2026-09-12T00:11:17.455" v="630" actId="27636"/>
        <pc:sldMkLst>
          <pc:docMk/>
          <pc:sldMk cId="3537886712" sldId="258"/>
        </pc:sldMkLst>
        <pc:spChg chg="mod">
          <ac:chgData name="Charity Gwese" userId="47cf6ea682a7bfa1" providerId="LiveId" clId="{E7309B3C-0CC5-4A93-AA0F-CE276BF7C62E}" dt="2026-09-12T00:11:17.455" v="630" actId="27636"/>
          <ac:spMkLst>
            <pc:docMk/>
            <pc:sldMk cId="3537886712" sldId="258"/>
            <ac:spMk id="2" creationId="{E8DE6D7F-5D5A-269C-2500-9C869F7B9B02}"/>
          </ac:spMkLst>
        </pc:spChg>
        <pc:spChg chg="add mod">
          <ac:chgData name="Charity Gwese" userId="47cf6ea682a7bfa1" providerId="LiveId" clId="{E7309B3C-0CC5-4A93-AA0F-CE276BF7C62E}" dt="2026-09-11T23:56:53.209" v="306" actId="207"/>
          <ac:spMkLst>
            <pc:docMk/>
            <pc:sldMk cId="3537886712" sldId="258"/>
            <ac:spMk id="3" creationId="{42D59CA6-2283-7F28-8C66-146613B2F2C9}"/>
          </ac:spMkLst>
        </pc:spChg>
        <pc:spChg chg="add mod">
          <ac:chgData name="Charity Gwese" userId="47cf6ea682a7bfa1" providerId="LiveId" clId="{E7309B3C-0CC5-4A93-AA0F-CE276BF7C62E}" dt="2026-09-11T23:57:45.781" v="318"/>
          <ac:spMkLst>
            <pc:docMk/>
            <pc:sldMk cId="3537886712" sldId="258"/>
            <ac:spMk id="4" creationId="{594DEC77-ABC3-7833-8453-3C2B6EDBF2C3}"/>
          </ac:spMkLst>
        </pc:spChg>
        <pc:spChg chg="add mod">
          <ac:chgData name="Charity Gwese" userId="47cf6ea682a7bfa1" providerId="LiveId" clId="{E7309B3C-0CC5-4A93-AA0F-CE276BF7C62E}" dt="2026-09-11T23:57:03.378" v="311" actId="1076"/>
          <ac:spMkLst>
            <pc:docMk/>
            <pc:sldMk cId="3537886712" sldId="258"/>
            <ac:spMk id="5" creationId="{327C6D81-27F0-E1B2-4379-C3AB00D36867}"/>
          </ac:spMkLst>
        </pc:spChg>
        <pc:spChg chg="add mod">
          <ac:chgData name="Charity Gwese" userId="47cf6ea682a7bfa1" providerId="LiveId" clId="{E7309B3C-0CC5-4A93-AA0F-CE276BF7C62E}" dt="2026-09-11T23:57:21.168" v="315" actId="1076"/>
          <ac:spMkLst>
            <pc:docMk/>
            <pc:sldMk cId="3537886712" sldId="258"/>
            <ac:spMk id="6" creationId="{67CBA884-FB72-E29C-8D6B-078660CD7BC1}"/>
          </ac:spMkLst>
        </pc:spChg>
        <pc:spChg chg="add mod">
          <ac:chgData name="Charity Gwese" userId="47cf6ea682a7bfa1" providerId="LiveId" clId="{E7309B3C-0CC5-4A93-AA0F-CE276BF7C62E}" dt="2026-09-12T00:00:46.796" v="335" actId="14100"/>
          <ac:spMkLst>
            <pc:docMk/>
            <pc:sldMk cId="3537886712" sldId="258"/>
            <ac:spMk id="7" creationId="{9C76C37E-27AB-02A6-7132-F58E0B4A1AEA}"/>
          </ac:spMkLst>
        </pc:spChg>
        <pc:spChg chg="add mod">
          <ac:chgData name="Charity Gwese" userId="47cf6ea682a7bfa1" providerId="LiveId" clId="{E7309B3C-0CC5-4A93-AA0F-CE276BF7C62E}" dt="2026-09-11T23:58:42.803" v="324"/>
          <ac:spMkLst>
            <pc:docMk/>
            <pc:sldMk cId="3537886712" sldId="258"/>
            <ac:spMk id="8" creationId="{46926C6C-2EA8-B8E4-F686-A27E0C927D4A}"/>
          </ac:spMkLst>
        </pc:spChg>
        <pc:spChg chg="add mod">
          <ac:chgData name="Charity Gwese" userId="47cf6ea682a7bfa1" providerId="LiveId" clId="{E7309B3C-0CC5-4A93-AA0F-CE276BF7C62E}" dt="2026-09-11T23:58:57.032" v="325"/>
          <ac:spMkLst>
            <pc:docMk/>
            <pc:sldMk cId="3537886712" sldId="258"/>
            <ac:spMk id="9" creationId="{F141F635-78B2-B181-9928-414857DE62F9}"/>
          </ac:spMkLst>
        </pc:spChg>
        <pc:spChg chg="add mod">
          <ac:chgData name="Charity Gwese" userId="47cf6ea682a7bfa1" providerId="LiveId" clId="{E7309B3C-0CC5-4A93-AA0F-CE276BF7C62E}" dt="2026-09-12T00:00:35.200" v="332" actId="1076"/>
          <ac:spMkLst>
            <pc:docMk/>
            <pc:sldMk cId="3537886712" sldId="258"/>
            <ac:spMk id="12" creationId="{EDC42ECB-DBC5-E633-B619-B197C073B3F3}"/>
          </ac:spMkLst>
        </pc:spChg>
        <pc:spChg chg="add mod">
          <ac:chgData name="Charity Gwese" userId="47cf6ea682a7bfa1" providerId="LiveId" clId="{E7309B3C-0CC5-4A93-AA0F-CE276BF7C62E}" dt="2026-09-12T00:01:40.648" v="341" actId="14100"/>
          <ac:spMkLst>
            <pc:docMk/>
            <pc:sldMk cId="3537886712" sldId="258"/>
            <ac:spMk id="13" creationId="{B85681E5-BC84-477F-6E37-B5076950D3B9}"/>
          </ac:spMkLst>
        </pc:spChg>
        <pc:spChg chg="add mod">
          <ac:chgData name="Charity Gwese" userId="47cf6ea682a7bfa1" providerId="LiveId" clId="{E7309B3C-0CC5-4A93-AA0F-CE276BF7C62E}" dt="2026-09-12T00:02:13.010" v="345"/>
          <ac:spMkLst>
            <pc:docMk/>
            <pc:sldMk cId="3537886712" sldId="258"/>
            <ac:spMk id="14" creationId="{DEE26DA8-C219-FDFE-AAEF-8BD846E5D2F4}"/>
          </ac:spMkLst>
        </pc:spChg>
        <pc:spChg chg="add mod">
          <ac:chgData name="Charity Gwese" userId="47cf6ea682a7bfa1" providerId="LiveId" clId="{E7309B3C-0CC5-4A93-AA0F-CE276BF7C62E}" dt="2026-09-12T00:03:13.039" v="351" actId="14100"/>
          <ac:spMkLst>
            <pc:docMk/>
            <pc:sldMk cId="3537886712" sldId="258"/>
            <ac:spMk id="15" creationId="{003CB6C7-9232-B7B3-CC9A-7DED3272A84D}"/>
          </ac:spMkLst>
        </pc:spChg>
        <pc:picChg chg="add del mod">
          <ac:chgData name="Charity Gwese" userId="47cf6ea682a7bfa1" providerId="LiveId" clId="{E7309B3C-0CC5-4A93-AA0F-CE276BF7C62E}" dt="2026-09-11T23:59:47.766" v="329" actId="21"/>
          <ac:picMkLst>
            <pc:docMk/>
            <pc:sldMk cId="3537886712" sldId="258"/>
            <ac:picMk id="11" creationId="{0B5B778F-79D6-D337-1E7A-532354736D3D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2T00:13:27.023" v="634" actId="207"/>
        <pc:sldMkLst>
          <pc:docMk/>
          <pc:sldMk cId="3405442006" sldId="259"/>
        </pc:sldMkLst>
        <pc:spChg chg="del">
          <ac:chgData name="Charity Gwese" userId="47cf6ea682a7bfa1" providerId="LiveId" clId="{E7309B3C-0CC5-4A93-AA0F-CE276BF7C62E}" dt="2026-09-12T00:04:42.896" v="353" actId="700"/>
          <ac:spMkLst>
            <pc:docMk/>
            <pc:sldMk cId="3405442006" sldId="259"/>
            <ac:spMk id="2" creationId="{8E6A0A98-3B4A-3411-6504-488859BDA410}"/>
          </ac:spMkLst>
        </pc:spChg>
        <pc:spChg chg="mod">
          <ac:chgData name="Charity Gwese" userId="47cf6ea682a7bfa1" providerId="LiveId" clId="{E7309B3C-0CC5-4A93-AA0F-CE276BF7C62E}" dt="2026-09-12T00:07:12.837" v="452" actId="21"/>
          <ac:spMkLst>
            <pc:docMk/>
            <pc:sldMk cId="3405442006" sldId="259"/>
            <ac:spMk id="4" creationId="{EC045DC4-BA11-4992-9CFC-C9BC74376A42}"/>
          </ac:spMkLst>
        </pc:spChg>
        <pc:spChg chg="mod">
          <ac:chgData name="Charity Gwese" userId="47cf6ea682a7bfa1" providerId="LiveId" clId="{E7309B3C-0CC5-4A93-AA0F-CE276BF7C62E}" dt="2026-09-12T00:08:48.498" v="569" actId="20577"/>
          <ac:spMkLst>
            <pc:docMk/>
            <pc:sldMk cId="3405442006" sldId="259"/>
            <ac:spMk id="6" creationId="{B6F156EE-CB93-01E5-42C6-A8DE7E14ACFE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0" creationId="{3756EDB9-F24E-82A3-EB9A-C6E07B3A95C1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4" creationId="{57D87A05-5E32-0599-2C2F-1972E7ABEBD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6" creationId="{9FA65D34-86E8-6DC8-4F6A-E29D3E4EACE8}"/>
          </ac:spMkLst>
        </pc:spChg>
        <pc:spChg chg="mod">
          <ac:chgData name="Charity Gwese" userId="47cf6ea682a7bfa1" providerId="LiveId" clId="{E7309B3C-0CC5-4A93-AA0F-CE276BF7C62E}" dt="2026-09-12T00:05:57.325" v="359" actId="13822"/>
          <ac:spMkLst>
            <pc:docMk/>
            <pc:sldMk cId="3405442006" sldId="259"/>
            <ac:spMk id="18" creationId="{8BE1BE68-0717-9226-B406-EBA34427D473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22" creationId="{52622D12-86C9-52DF-F4CC-D385D7305A27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32" creationId="{ABAC0463-F263-7ACD-2B8C-7AA637E81828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6" creationId="{BD29BDBB-C66E-83AC-5232-A9FC9B974BF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8" creationId="{7E4FC70A-B157-6DBF-D407-33012E213874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50" creationId="{AB883AC2-B544-A791-8916-712E68E50CD2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60" creationId="{26F4F9A4-A9E7-63BE-78B7-393056CC950D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70" creationId="{A6E04458-58D4-172B-85CB-FFA182F32EB0}"/>
          </ac:spMkLst>
        </pc:spChg>
        <pc:spChg chg="mod">
          <ac:chgData name="Charity Gwese" userId="47cf6ea682a7bfa1" providerId="LiveId" clId="{E7309B3C-0CC5-4A93-AA0F-CE276BF7C62E}" dt="2026-09-12T00:13:27.023" v="634" actId="207"/>
          <ac:spMkLst>
            <pc:docMk/>
            <pc:sldMk cId="3405442006" sldId="259"/>
            <ac:spMk id="80" creationId="{CB4408B2-337B-B68D-DE3F-00B5EFD660ED}"/>
          </ac:spMkLst>
        </pc:spChg>
        <pc:spChg chg="del">
          <ac:chgData name="Charity Gwese" userId="47cf6ea682a7bfa1" providerId="LiveId" clId="{E7309B3C-0CC5-4A93-AA0F-CE276BF7C62E}" dt="2026-09-12T00:05:31.879" v="357" actId="21"/>
          <ac:spMkLst>
            <pc:docMk/>
            <pc:sldMk cId="3405442006" sldId="259"/>
            <ac:spMk id="82" creationId="{0FF1A879-5CE0-67D8-C281-D248CD8D3EFF}"/>
          </ac:spMkLst>
        </pc:spChg>
        <pc:spChg chg="add del mod">
          <ac:chgData name="Charity Gwese" userId="47cf6ea682a7bfa1" providerId="LiveId" clId="{E7309B3C-0CC5-4A93-AA0F-CE276BF7C62E}" dt="2026-09-12T00:09:17.384" v="572" actId="478"/>
          <ac:spMkLst>
            <pc:docMk/>
            <pc:sldMk cId="3405442006" sldId="259"/>
            <ac:spMk id="83" creationId="{0DD64C6C-A4FB-173F-B222-7AE5A38E2383}"/>
          </ac:spMkLst>
        </pc:spChg>
        <pc:spChg chg="add mod">
          <ac:chgData name="Charity Gwese" userId="47cf6ea682a7bfa1" providerId="LiveId" clId="{E7309B3C-0CC5-4A93-AA0F-CE276BF7C62E}" dt="2026-09-12T00:10:24.997" v="624" actId="255"/>
          <ac:spMkLst>
            <pc:docMk/>
            <pc:sldMk cId="3405442006" sldId="259"/>
            <ac:spMk id="84" creationId="{B2421EC2-20F3-70AB-343E-9B0D2B71FEB7}"/>
          </ac:spMkLst>
        </pc:spChg>
      </pc:sldChg>
    </pc:docChg>
  </pc:docChgLst>
  <pc:docChgLst>
    <pc:chgData name="sonam pelden" userId="2f903a43345a64cb" providerId="LiveId" clId="{436BA98B-5571-47CE-82CC-956A605DEA26}"/>
    <pc:docChg chg="undo custSel addSld delSld modSld">
      <pc:chgData name="sonam pelden" userId="2f903a43345a64cb" providerId="LiveId" clId="{436BA98B-5571-47CE-82CC-956A605DEA26}" dt="2026-09-12T11:25:59.923" v="320" actId="255"/>
      <pc:docMkLst>
        <pc:docMk/>
      </pc:docMkLst>
      <pc:sldChg chg="modSp mod">
        <pc:chgData name="sonam pelden" userId="2f903a43345a64cb" providerId="LiveId" clId="{436BA98B-5571-47CE-82CC-956A605DEA26}" dt="2026-09-12T11:17:15.844" v="246" actId="14100"/>
        <pc:sldMkLst>
          <pc:docMk/>
          <pc:sldMk cId="3337789029" sldId="256"/>
        </pc:sldMkLst>
        <pc:spChg chg="mod">
          <ac:chgData name="sonam pelden" userId="2f903a43345a64cb" providerId="LiveId" clId="{436BA98B-5571-47CE-82CC-956A605DEA26}" dt="2026-09-12T11:17:15.844" v="246" actId="14100"/>
          <ac:spMkLst>
            <pc:docMk/>
            <pc:sldMk cId="3337789029" sldId="256"/>
            <ac:spMk id="2" creationId="{2A419528-92C5-1B1D-810E-5F199FA9E2CF}"/>
          </ac:spMkLst>
        </pc:spChg>
        <pc:spChg chg="mod">
          <ac:chgData name="sonam pelden" userId="2f903a43345a64cb" providerId="LiveId" clId="{436BA98B-5571-47CE-82CC-956A605DEA26}" dt="2026-09-12T11:15:26.333" v="232" actId="208"/>
          <ac:spMkLst>
            <pc:docMk/>
            <pc:sldMk cId="3337789029" sldId="256"/>
            <ac:spMk id="9" creationId="{7B421157-488E-D9AE-91E7-84034AFC56C5}"/>
          </ac:spMkLst>
        </pc:spChg>
        <pc:spChg chg="mod">
          <ac:chgData name="sonam pelden" userId="2f903a43345a64cb" providerId="LiveId" clId="{436BA98B-5571-47CE-82CC-956A605DEA26}" dt="2026-09-12T11:08:45.685" v="199" actId="207"/>
          <ac:spMkLst>
            <pc:docMk/>
            <pc:sldMk cId="3337789029" sldId="256"/>
            <ac:spMk id="10" creationId="{E9F04A71-AD8B-4F19-DE28-58C433C6268D}"/>
          </ac:spMkLst>
        </pc:spChg>
        <pc:spChg chg="mod">
          <ac:chgData name="sonam pelden" userId="2f903a43345a64cb" providerId="LiveId" clId="{436BA98B-5571-47CE-82CC-956A605DEA26}" dt="2026-09-12T11:11:04.617" v="215" actId="1076"/>
          <ac:spMkLst>
            <pc:docMk/>
            <pc:sldMk cId="3337789029" sldId="256"/>
            <ac:spMk id="12" creationId="{67125CE7-FB68-7097-B163-1762226E6918}"/>
          </ac:spMkLst>
        </pc:spChg>
        <pc:spChg chg="mod">
          <ac:chgData name="sonam pelden" userId="2f903a43345a64cb" providerId="LiveId" clId="{436BA98B-5571-47CE-82CC-956A605DEA26}" dt="2026-09-12T11:13:29.398" v="229" actId="1076"/>
          <ac:spMkLst>
            <pc:docMk/>
            <pc:sldMk cId="3337789029" sldId="256"/>
            <ac:spMk id="14" creationId="{4AC87B1D-D030-F909-8122-B0D5E5AE28C3}"/>
          </ac:spMkLst>
        </pc:spChg>
        <pc:spChg chg="mod">
          <ac:chgData name="sonam pelden" userId="2f903a43345a64cb" providerId="LiveId" clId="{436BA98B-5571-47CE-82CC-956A605DEA26}" dt="2026-09-12T11:15:41.698" v="234" actId="208"/>
          <ac:spMkLst>
            <pc:docMk/>
            <pc:sldMk cId="3337789029" sldId="256"/>
            <ac:spMk id="21" creationId="{C990FE73-0E02-1C34-AA18-42C7B0398CD6}"/>
          </ac:spMkLst>
        </pc:spChg>
        <pc:spChg chg="mod">
          <ac:chgData name="sonam pelden" userId="2f903a43345a64cb" providerId="LiveId" clId="{436BA98B-5571-47CE-82CC-956A605DEA26}" dt="2026-09-12T11:15:49.535" v="236" actId="207"/>
          <ac:spMkLst>
            <pc:docMk/>
            <pc:sldMk cId="3337789029" sldId="256"/>
            <ac:spMk id="22" creationId="{9F8D4248-37D3-8F3B-8CE9-F411F3CFB7C5}"/>
          </ac:spMkLst>
        </pc:spChg>
        <pc:spChg chg="mod">
          <ac:chgData name="sonam pelden" userId="2f903a43345a64cb" providerId="LiveId" clId="{436BA98B-5571-47CE-82CC-956A605DEA26}" dt="2026-09-12T11:16:15.215" v="240" actId="208"/>
          <ac:spMkLst>
            <pc:docMk/>
            <pc:sldMk cId="3337789029" sldId="256"/>
            <ac:spMk id="23" creationId="{21548C28-9857-F6D2-24AE-C17754C13271}"/>
          </ac:spMkLst>
        </pc:spChg>
        <pc:spChg chg="mod">
          <ac:chgData name="sonam pelden" userId="2f903a43345a64cb" providerId="LiveId" clId="{436BA98B-5571-47CE-82CC-956A605DEA26}" dt="2026-09-12T11:08:48.582" v="200" actId="207"/>
          <ac:spMkLst>
            <pc:docMk/>
            <pc:sldMk cId="3337789029" sldId="256"/>
            <ac:spMk id="24" creationId="{13CE467C-923C-975A-ABC2-A10B968A1A18}"/>
          </ac:spMkLst>
        </pc:spChg>
        <pc:spChg chg="mod">
          <ac:chgData name="sonam pelden" userId="2f903a43345a64cb" providerId="LiveId" clId="{436BA98B-5571-47CE-82CC-956A605DEA26}" dt="2026-09-12T11:09:04.683" v="203" actId="1076"/>
          <ac:spMkLst>
            <pc:docMk/>
            <pc:sldMk cId="3337789029" sldId="256"/>
            <ac:spMk id="25" creationId="{EB667F95-9F91-A47F-D6CF-2FF8DF03D312}"/>
          </ac:spMkLst>
        </pc:spChg>
        <pc:spChg chg="mod">
          <ac:chgData name="sonam pelden" userId="2f903a43345a64cb" providerId="LiveId" clId="{436BA98B-5571-47CE-82CC-956A605DEA26}" dt="2026-09-12T11:09:23.533" v="205" actId="1076"/>
          <ac:spMkLst>
            <pc:docMk/>
            <pc:sldMk cId="3337789029" sldId="256"/>
            <ac:spMk id="26" creationId="{879781F7-7395-4C76-1E8D-E64132D1FDB9}"/>
          </ac:spMkLst>
        </pc:spChg>
        <pc:spChg chg="mod">
          <ac:chgData name="sonam pelden" userId="2f903a43345a64cb" providerId="LiveId" clId="{436BA98B-5571-47CE-82CC-956A605DEA26}" dt="2026-09-12T11:11:47.104" v="220" actId="1076"/>
          <ac:spMkLst>
            <pc:docMk/>
            <pc:sldMk cId="3337789029" sldId="256"/>
            <ac:spMk id="33" creationId="{518789BA-1176-240F-0041-A0B5DE90EF39}"/>
          </ac:spMkLst>
        </pc:spChg>
        <pc:spChg chg="mod">
          <ac:chgData name="sonam pelden" userId="2f903a43345a64cb" providerId="LiveId" clId="{436BA98B-5571-47CE-82CC-956A605DEA26}" dt="2026-09-12T11:10:46.693" v="213" actId="1076"/>
          <ac:spMkLst>
            <pc:docMk/>
            <pc:sldMk cId="3337789029" sldId="256"/>
            <ac:spMk id="35" creationId="{3C024FC5-42AB-3D7A-1977-B0204D94116B}"/>
          </ac:spMkLst>
        </pc:spChg>
        <pc:spChg chg="mod">
          <ac:chgData name="sonam pelden" userId="2f903a43345a64cb" providerId="LiveId" clId="{436BA98B-5571-47CE-82CC-956A605DEA26}" dt="2026-09-12T11:11:23.108" v="217" actId="1076"/>
          <ac:spMkLst>
            <pc:docMk/>
            <pc:sldMk cId="3337789029" sldId="256"/>
            <ac:spMk id="36" creationId="{0FB80FE4-3EFD-D343-8A06-795CFAD5749B}"/>
          </ac:spMkLst>
        </pc:spChg>
        <pc:spChg chg="mod">
          <ac:chgData name="sonam pelden" userId="2f903a43345a64cb" providerId="LiveId" clId="{436BA98B-5571-47CE-82CC-956A605DEA26}" dt="2026-09-12T11:11:27.915" v="218" actId="255"/>
          <ac:spMkLst>
            <pc:docMk/>
            <pc:sldMk cId="3337789029" sldId="256"/>
            <ac:spMk id="37" creationId="{FEDA8B58-0117-94CA-B844-5669742D2EE3}"/>
          </ac:spMkLst>
        </pc:spChg>
        <pc:spChg chg="mod">
          <ac:chgData name="sonam pelden" userId="2f903a43345a64cb" providerId="LiveId" clId="{436BA98B-5571-47CE-82CC-956A605DEA26}" dt="2026-09-12T11:16:24.182" v="241" actId="1076"/>
          <ac:spMkLst>
            <pc:docMk/>
            <pc:sldMk cId="3337789029" sldId="256"/>
            <ac:spMk id="38" creationId="{44B83765-B5B6-ADA8-B9B8-14DB7B927DF4}"/>
          </ac:spMkLst>
        </pc:spChg>
        <pc:spChg chg="mod">
          <ac:chgData name="sonam pelden" userId="2f903a43345a64cb" providerId="LiveId" clId="{436BA98B-5571-47CE-82CC-956A605DEA26}" dt="2026-09-12T11:16:33.138" v="242" actId="1076"/>
          <ac:spMkLst>
            <pc:docMk/>
            <pc:sldMk cId="3337789029" sldId="256"/>
            <ac:spMk id="39" creationId="{B96F61D1-E691-8440-8957-6E1A75B67F03}"/>
          </ac:spMkLst>
        </pc:spChg>
        <pc:spChg chg="mod">
          <ac:chgData name="sonam pelden" userId="2f903a43345a64cb" providerId="LiveId" clId="{436BA98B-5571-47CE-82CC-956A605DEA26}" dt="2026-09-12T11:17:07.847" v="245" actId="255"/>
          <ac:spMkLst>
            <pc:docMk/>
            <pc:sldMk cId="3337789029" sldId="256"/>
            <ac:spMk id="40" creationId="{F511BE41-DB44-D3B1-0D6D-CAF7D7A3BCBD}"/>
          </ac:spMkLst>
        </pc:spChg>
      </pc:sldChg>
      <pc:sldChg chg="modSp mod">
        <pc:chgData name="sonam pelden" userId="2f903a43345a64cb" providerId="LiveId" clId="{436BA98B-5571-47CE-82CC-956A605DEA26}" dt="2026-09-12T11:07:11.145" v="191" actId="255"/>
        <pc:sldMkLst>
          <pc:docMk/>
          <pc:sldMk cId="1865661211" sldId="257"/>
        </pc:sldMkLst>
        <pc:spChg chg="mod">
          <ac:chgData name="sonam pelden" userId="2f903a43345a64cb" providerId="LiveId" clId="{436BA98B-5571-47CE-82CC-956A605DEA26}" dt="2026-09-12T11:06:02.615" v="183" actId="207"/>
          <ac:spMkLst>
            <pc:docMk/>
            <pc:sldMk cId="1865661211" sldId="257"/>
            <ac:spMk id="5" creationId="{B3BE608F-0140-3045-9240-304F94C6F4F9}"/>
          </ac:spMkLst>
        </pc:spChg>
        <pc:spChg chg="mod">
          <ac:chgData name="sonam pelden" userId="2f903a43345a64cb" providerId="LiveId" clId="{436BA98B-5571-47CE-82CC-956A605DEA26}" dt="2026-09-12T11:07:11.145" v="191" actId="255"/>
          <ac:spMkLst>
            <pc:docMk/>
            <pc:sldMk cId="1865661211" sldId="257"/>
            <ac:spMk id="6" creationId="{772798F5-9DB6-171C-EC7E-B018F3892029}"/>
          </ac:spMkLst>
        </pc:spChg>
        <pc:spChg chg="mod">
          <ac:chgData name="sonam pelden" userId="2f903a43345a64cb" providerId="LiveId" clId="{436BA98B-5571-47CE-82CC-956A605DEA26}" dt="2026-09-12T11:06:33.226" v="187" actId="1076"/>
          <ac:spMkLst>
            <pc:docMk/>
            <pc:sldMk cId="1865661211" sldId="257"/>
            <ac:spMk id="16" creationId="{ED7C5EC4-17BF-620E-9615-897F9C02E6F7}"/>
          </ac:spMkLst>
        </pc:spChg>
        <pc:picChg chg="mod">
          <ac:chgData name="sonam pelden" userId="2f903a43345a64cb" providerId="LiveId" clId="{436BA98B-5571-47CE-82CC-956A605DEA26}" dt="2026-09-12T11:06:43.247" v="1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modSp mod">
        <pc:chgData name="sonam pelden" userId="2f903a43345a64cb" providerId="LiveId" clId="{436BA98B-5571-47CE-82CC-956A605DEA26}" dt="2026-09-12T11:23:21.120" v="298" actId="14100"/>
        <pc:sldMkLst>
          <pc:docMk/>
          <pc:sldMk cId="3537886712" sldId="258"/>
        </pc:sldMkLst>
        <pc:spChg chg="mod">
          <ac:chgData name="sonam pelden" userId="2f903a43345a64cb" providerId="LiveId" clId="{436BA98B-5571-47CE-82CC-956A605DEA26}" dt="2026-09-12T11:17:37.075" v="250" actId="113"/>
          <ac:spMkLst>
            <pc:docMk/>
            <pc:sldMk cId="3537886712" sldId="258"/>
            <ac:spMk id="2" creationId="{E8DE6D7F-5D5A-269C-2500-9C869F7B9B02}"/>
          </ac:spMkLst>
        </pc:spChg>
        <pc:spChg chg="mod">
          <ac:chgData name="sonam pelden" userId="2f903a43345a64cb" providerId="LiveId" clId="{436BA98B-5571-47CE-82CC-956A605DEA26}" dt="2026-09-12T11:17:48.968" v="251" actId="207"/>
          <ac:spMkLst>
            <pc:docMk/>
            <pc:sldMk cId="3537886712" sldId="258"/>
            <ac:spMk id="3" creationId="{42D59CA6-2283-7F28-8C66-146613B2F2C9}"/>
          </ac:spMkLst>
        </pc:spChg>
        <pc:spChg chg="mod">
          <ac:chgData name="sonam pelden" userId="2f903a43345a64cb" providerId="LiveId" clId="{436BA98B-5571-47CE-82CC-956A605DEA26}" dt="2026-09-12T11:18:03.024" v="254" actId="207"/>
          <ac:spMkLst>
            <pc:docMk/>
            <pc:sldMk cId="3537886712" sldId="258"/>
            <ac:spMk id="4" creationId="{594DEC77-ABC3-7833-8453-3C2B6EDBF2C3}"/>
          </ac:spMkLst>
        </pc:spChg>
        <pc:spChg chg="mod">
          <ac:chgData name="sonam pelden" userId="2f903a43345a64cb" providerId="LiveId" clId="{436BA98B-5571-47CE-82CC-956A605DEA26}" dt="2026-09-12T11:17:59.267" v="253" actId="207"/>
          <ac:spMkLst>
            <pc:docMk/>
            <pc:sldMk cId="3537886712" sldId="258"/>
            <ac:spMk id="5" creationId="{327C6D81-27F0-E1B2-4379-C3AB00D36867}"/>
          </ac:spMkLst>
        </pc:spChg>
        <pc:spChg chg="mod">
          <ac:chgData name="sonam pelden" userId="2f903a43345a64cb" providerId="LiveId" clId="{436BA98B-5571-47CE-82CC-956A605DEA26}" dt="2026-09-12T11:17:54.999" v="252" actId="207"/>
          <ac:spMkLst>
            <pc:docMk/>
            <pc:sldMk cId="3537886712" sldId="258"/>
            <ac:spMk id="6" creationId="{67CBA884-FB72-E29C-8D6B-078660CD7BC1}"/>
          </ac:spMkLst>
        </pc:spChg>
        <pc:spChg chg="mod">
          <ac:chgData name="sonam pelden" userId="2f903a43345a64cb" providerId="LiveId" clId="{436BA98B-5571-47CE-82CC-956A605DEA26}" dt="2026-09-12T11:23:21.120" v="298" actId="14100"/>
          <ac:spMkLst>
            <pc:docMk/>
            <pc:sldMk cId="3537886712" sldId="258"/>
            <ac:spMk id="12" creationId="{EDC42ECB-DBC5-E633-B619-B197C073B3F3}"/>
          </ac:spMkLst>
        </pc:spChg>
      </pc:sldChg>
      <pc:sldChg chg="modSp mod">
        <pc:chgData name="sonam pelden" userId="2f903a43345a64cb" providerId="LiveId" clId="{436BA98B-5571-47CE-82CC-956A605DEA26}" dt="2026-09-12T11:22:33.123" v="288" actId="208"/>
        <pc:sldMkLst>
          <pc:docMk/>
          <pc:sldMk cId="3405442006" sldId="259"/>
        </pc:sldMkLst>
        <pc:spChg chg="mod">
          <ac:chgData name="sonam pelden" userId="2f903a43345a64cb" providerId="LiveId" clId="{436BA98B-5571-47CE-82CC-956A605DEA26}" dt="2026-09-12T11:22:05.123" v="281" actId="207"/>
          <ac:spMkLst>
            <pc:docMk/>
            <pc:sldMk cId="3405442006" sldId="259"/>
            <ac:spMk id="8" creationId="{AC1D31F3-C5C8-C3E3-3F3C-56453E2E3D3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2" creationId="{3A6FD67E-65E2-8EDE-A27E-8D51083E4B19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4" creationId="{57D87A05-5E32-0599-2C2F-1972E7ABEBDC}"/>
          </ac:spMkLst>
        </pc:spChg>
        <pc:spChg chg="mod">
          <ac:chgData name="sonam pelden" userId="2f903a43345a64cb" providerId="LiveId" clId="{436BA98B-5571-47CE-82CC-956A605DEA26}" dt="2026-09-12T11:22:16.799" v="284" actId="207"/>
          <ac:spMkLst>
            <pc:docMk/>
            <pc:sldMk cId="3405442006" sldId="259"/>
            <ac:spMk id="20" creationId="{5647F7A7-2E5F-5CB8-1FF4-152C54E1B3C3}"/>
          </ac:spMkLst>
        </pc:spChg>
        <pc:spChg chg="mod">
          <ac:chgData name="sonam pelden" userId="2f903a43345a64cb" providerId="LiveId" clId="{436BA98B-5571-47CE-82CC-956A605DEA26}" dt="2026-09-12T11:22:09.702" v="282" actId="207"/>
          <ac:spMkLst>
            <pc:docMk/>
            <pc:sldMk cId="3405442006" sldId="259"/>
            <ac:spMk id="32" creationId="{ABAC0463-F263-7ACD-2B8C-7AA637E8182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38" creationId="{F9A91574-85D1-6B4D-AF5F-903E40021692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0" creationId="{27119724-EC62-6135-814E-7188DE7BA7BB}"/>
          </ac:spMkLst>
        </pc:spChg>
        <pc:spChg chg="mod">
          <ac:chgData name="sonam pelden" userId="2f903a43345a64cb" providerId="LiveId" clId="{436BA98B-5571-47CE-82CC-956A605DEA26}" dt="2026-09-12T11:22:19.749" v="285" actId="207"/>
          <ac:spMkLst>
            <pc:docMk/>
            <pc:sldMk cId="3405442006" sldId="259"/>
            <ac:spMk id="44" creationId="{2712B910-E8B8-59C2-85D3-02EA06B16AE7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6" creationId="{BD29BDBB-C66E-83AC-5232-A9FC9B974BFC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8" creationId="{7E4FC70A-B157-6DBF-D407-33012E213874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54" creationId="{9267E901-5A7F-3267-5AD5-6F9DF624F541}"/>
          </ac:spMkLst>
        </pc:spChg>
        <pc:spChg chg="mod">
          <ac:chgData name="sonam pelden" userId="2f903a43345a64cb" providerId="LiveId" clId="{436BA98B-5571-47CE-82CC-956A605DEA26}" dt="2026-09-12T11:22:13.924" v="283" actId="207"/>
          <ac:spMkLst>
            <pc:docMk/>
            <pc:sldMk cId="3405442006" sldId="259"/>
            <ac:spMk id="56" creationId="{2E2CA194-0AB3-4AD9-5E76-42FD6D007F5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62" creationId="{85C492E6-6214-A6EB-639E-18DAE6A307A0}"/>
          </ac:spMkLst>
        </pc:spChg>
        <pc:spChg chg="mod">
          <ac:chgData name="sonam pelden" userId="2f903a43345a64cb" providerId="LiveId" clId="{436BA98B-5571-47CE-82CC-956A605DEA26}" dt="2026-09-12T11:22:23.503" v="286" actId="207"/>
          <ac:spMkLst>
            <pc:docMk/>
            <pc:sldMk cId="3405442006" sldId="259"/>
            <ac:spMk id="68" creationId="{6A42D560-A99F-0039-0EE3-558303C3923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78" creationId="{6F500751-BB6A-BB9A-FF78-C9DD8E85D7C0}"/>
          </ac:spMkLst>
        </pc:spChg>
        <pc:spChg chg="mod">
          <ac:chgData name="sonam pelden" userId="2f903a43345a64cb" providerId="LiveId" clId="{436BA98B-5571-47CE-82CC-956A605DEA26}" dt="2026-09-12T11:22:33.123" v="288" actId="208"/>
          <ac:spMkLst>
            <pc:docMk/>
            <pc:sldMk cId="3405442006" sldId="259"/>
            <ac:spMk id="80" creationId="{CB4408B2-337B-B68D-DE3F-00B5EFD660ED}"/>
          </ac:spMkLst>
        </pc:spChg>
        <pc:spChg chg="mod">
          <ac:chgData name="sonam pelden" userId="2f903a43345a64cb" providerId="LiveId" clId="{436BA98B-5571-47CE-82CC-956A605DEA26}" dt="2026-09-12T11:21:13.362" v="280" actId="1076"/>
          <ac:spMkLst>
            <pc:docMk/>
            <pc:sldMk cId="3405442006" sldId="259"/>
            <ac:spMk id="84" creationId="{B2421EC2-20F3-70AB-343E-9B0D2B71FEB7}"/>
          </ac:spMkLst>
        </pc:spChg>
      </pc:sldChg>
      <pc:sldChg chg="delSp add mod setBg">
        <pc:chgData name="sonam pelden" userId="2f903a43345a64cb" providerId="LiveId" clId="{436BA98B-5571-47CE-82CC-956A605DEA26}" dt="2026-09-12T10:16:13.223" v="9" actId="478"/>
        <pc:sldMkLst>
          <pc:docMk/>
          <pc:sldMk cId="0" sldId="260"/>
        </pc:sldMkLst>
        <pc:spChg chg="del">
          <ac:chgData name="sonam pelden" userId="2f903a43345a64cb" providerId="LiveId" clId="{436BA98B-5571-47CE-82CC-956A605DEA26}" dt="2026-09-12T10:16:13.223" v="9" actId="478"/>
          <ac:spMkLst>
            <pc:docMk/>
            <pc:sldMk cId="0" sldId="260"/>
            <ac:spMk id="1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4:29.888" v="309" actId="255"/>
        <pc:sldMkLst>
          <pc:docMk/>
          <pc:sldMk cId="0" sldId="261"/>
        </pc:sldMkLst>
        <pc:spChg chg="del">
          <ac:chgData name="sonam pelden" userId="2f903a43345a64cb" providerId="LiveId" clId="{436BA98B-5571-47CE-82CC-956A605DEA26}" dt="2026-09-12T10:16:48.521" v="10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17.760" v="308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4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49.562" v="34" actId="478"/>
          <ac:spMkLst>
            <pc:docMk/>
            <pc:sldMk cId="0" sldId="261"/>
            <ac:spMk id="4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18.415" v="314" actId="255"/>
        <pc:sldMkLst>
          <pc:docMk/>
          <pc:sldMk cId="0" sldId="262"/>
        </pc:sldMkLst>
        <pc:spChg chg="del">
          <ac:chgData name="sonam pelden" userId="2f903a43345a64cb" providerId="LiveId" clId="{436BA98B-5571-47CE-82CC-956A605DEA26}" dt="2026-09-12T10:17:14.277" v="11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0.969" v="313" actId="255"/>
          <ac:spMkLst>
            <pc:docMk/>
            <pc:sldMk cId="0" sldId="262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14:51.993" v="230" actId="207"/>
          <ac:spMkLst>
            <pc:docMk/>
            <pc:sldMk cId="0" sldId="262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8.415" v="314" actId="255"/>
          <ac:spMkLst>
            <pc:docMk/>
            <pc:sldMk cId="0" sldId="262"/>
            <ac:spMk id="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45.327" v="310" actId="255"/>
          <ac:spMkLst>
            <pc:docMk/>
            <pc:sldMk cId="0" sldId="262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50.994" v="311" actId="255"/>
          <ac:spMkLst>
            <pc:docMk/>
            <pc:sldMk cId="0" sldId="262"/>
            <ac:spMk id="1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55.301" v="35" actId="478"/>
          <ac:spMkLst>
            <pc:docMk/>
            <pc:sldMk cId="0" sldId="262"/>
            <ac:spMk id="1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24.648" v="315" actId="255"/>
        <pc:sldMkLst>
          <pc:docMk/>
          <pc:sldMk cId="0" sldId="263"/>
        </pc:sldMkLst>
        <pc:spChg chg="del">
          <ac:chgData name="sonam pelden" userId="2f903a43345a64cb" providerId="LiveId" clId="{436BA98B-5571-47CE-82CC-956A605DEA26}" dt="2026-09-12T10:18:29.888" v="14" actId="478"/>
          <ac:spMkLst>
            <pc:docMk/>
            <pc:sldMk cId="0" sldId="263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24.648" v="315" actId="255"/>
          <ac:spMkLst>
            <pc:docMk/>
            <pc:sldMk cId="0" sldId="263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8:49.280" v="16" actId="255"/>
          <ac:spMkLst>
            <pc:docMk/>
            <pc:sldMk cId="0" sldId="263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7.798" v="18" actId="25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40.932" v="19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12.163" v="22" actId="25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57.959" v="21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27.947" v="24" actId="255"/>
          <ac:spMkLst>
            <pc:docMk/>
            <pc:sldMk cId="0" sldId="263"/>
            <ac:spMk id="1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0.088" v="26" actId="1076"/>
          <ac:spMkLst>
            <pc:docMk/>
            <pc:sldMk cId="0" sldId="263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1.247" v="17" actId="255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40.960" v="25" actId="25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9.076" v="27" actId="25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07.324" v="28" actId="255"/>
          <ac:spMkLst>
            <pc:docMk/>
            <pc:sldMk cId="0" sldId="263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2.011" v="29" actId="25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7.817" v="30" actId="25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3.151" v="31" actId="25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8.227" v="32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35.488" v="33" actId="25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2:01.398" v="36" actId="478"/>
          <ac:spMkLst>
            <pc:docMk/>
            <pc:sldMk cId="0" sldId="263"/>
            <ac:spMk id="29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36.942" v="317" actId="1076"/>
        <pc:sldMkLst>
          <pc:docMk/>
          <pc:sldMk cId="0" sldId="264"/>
        </pc:sldMkLst>
        <pc:spChg chg="del">
          <ac:chgData name="sonam pelden" userId="2f903a43345a64cb" providerId="LiveId" clId="{436BA98B-5571-47CE-82CC-956A605DEA26}" dt="2026-09-12T10:22:08.956" v="37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36.942" v="317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0.926" v="39" actId="255"/>
          <ac:spMkLst>
            <pc:docMk/>
            <pc:sldMk cId="0" sldId="264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7.129" v="40" actId="255"/>
          <ac:spMkLst>
            <pc:docMk/>
            <pc:sldMk cId="0" sldId="264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34.643" v="41" actId="255"/>
          <ac:spMkLst>
            <pc:docMk/>
            <pc:sldMk cId="0" sldId="264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1.487" v="42" actId="255"/>
          <ac:spMkLst>
            <pc:docMk/>
            <pc:sldMk cId="0" sldId="264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7.205" v="43" actId="255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3.765" v="44" actId="255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8.260" v="45" actId="255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03.886" v="46" actId="255"/>
          <ac:spMkLst>
            <pc:docMk/>
            <pc:sldMk cId="0" sldId="264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1.656" v="47" actId="255"/>
          <ac:spMkLst>
            <pc:docMk/>
            <pc:sldMk cId="0" sldId="264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8.287" v="48" actId="255"/>
          <ac:spMkLst>
            <pc:docMk/>
            <pc:sldMk cId="0" sldId="264"/>
            <ac:spMk id="2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3.154" v="49" actId="255"/>
          <ac:spMkLst>
            <pc:docMk/>
            <pc:sldMk cId="0" sldId="264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8.111" v="50" actId="255"/>
          <ac:spMkLst>
            <pc:docMk/>
            <pc:sldMk cId="0" sldId="264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2.809" v="51" actId="255"/>
          <ac:spMkLst>
            <pc:docMk/>
            <pc:sldMk cId="0" sldId="264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8.961" v="52" actId="255"/>
          <ac:spMkLst>
            <pc:docMk/>
            <pc:sldMk cId="0" sldId="264"/>
            <ac:spMk id="3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43.959" v="53" actId="255"/>
          <ac:spMkLst>
            <pc:docMk/>
            <pc:sldMk cId="0" sldId="264"/>
            <ac:spMk id="3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3:49.065" v="54" actId="478"/>
          <ac:spMkLst>
            <pc:docMk/>
            <pc:sldMk cId="0" sldId="264"/>
            <ac:spMk id="3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45.960" v="318" actId="255"/>
        <pc:sldMkLst>
          <pc:docMk/>
          <pc:sldMk cId="0" sldId="265"/>
        </pc:sldMkLst>
        <pc:spChg chg="del">
          <ac:chgData name="sonam pelden" userId="2f903a43345a64cb" providerId="LiveId" clId="{436BA98B-5571-47CE-82CC-956A605DEA26}" dt="2026-09-12T10:23:55.811" v="55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45.960" v="318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4:38.368" v="60" actId="255"/>
          <ac:spMkLst>
            <pc:docMk/>
            <pc:sldMk cId="0" sldId="265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4:11.858" v="57" actId="478"/>
          <ac:spMkLst>
            <pc:docMk/>
            <pc:sldMk cId="0" sldId="265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4:30.069" v="59" actId="2711"/>
          <ac:graphicFrameMkLst>
            <pc:docMk/>
            <pc:sldMk cId="0" sldId="265"/>
            <ac:graphicFrameMk id="7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3.920" v="319" actId="255"/>
        <pc:sldMkLst>
          <pc:docMk/>
          <pc:sldMk cId="0" sldId="266"/>
        </pc:sldMkLst>
        <pc:spChg chg="del">
          <ac:chgData name="sonam pelden" userId="2f903a43345a64cb" providerId="LiveId" clId="{436BA98B-5571-47CE-82CC-956A605DEA26}" dt="2026-09-12T10:24:47.467" v="6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3.920" v="319" actId="255"/>
          <ac:spMkLst>
            <pc:docMk/>
            <pc:sldMk cId="0" sldId="266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5:18.556" v="65" actId="255"/>
          <ac:spMkLst>
            <pc:docMk/>
            <pc:sldMk cId="0" sldId="266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5:24.350" v="66" actId="478"/>
          <ac:spMkLst>
            <pc:docMk/>
            <pc:sldMk cId="0" sldId="266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5:12.205" v="64" actId="2711"/>
          <ac:graphicFrameMkLst>
            <pc:docMk/>
            <pc:sldMk cId="0" sldId="266"/>
            <ac:graphicFrameMk id="8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9.923" v="320" actId="255"/>
        <pc:sldMkLst>
          <pc:docMk/>
          <pc:sldMk cId="0" sldId="267"/>
        </pc:sldMkLst>
        <pc:spChg chg="del">
          <ac:chgData name="sonam pelden" userId="2f903a43345a64cb" providerId="LiveId" clId="{436BA98B-5571-47CE-82CC-956A605DEA26}" dt="2026-09-12T10:25:35.635" v="67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9.923" v="320" actId="255"/>
          <ac:spMkLst>
            <pc:docMk/>
            <pc:sldMk cId="0" sldId="267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6:18.681" v="72" actId="478"/>
          <ac:spMkLst>
            <pc:docMk/>
            <pc:sldMk cId="0" sldId="267"/>
            <ac:spMk id="40" creationId="{00000000-0000-0000-0000-000000000000}"/>
          </ac:spMkLst>
        </pc:spChg>
      </pc:sldChg>
      <pc:sldChg chg="addSp modSp add mod setBg">
        <pc:chgData name="sonam pelden" userId="2f903a43345a64cb" providerId="LiveId" clId="{436BA98B-5571-47CE-82CC-956A605DEA26}" dt="2026-09-12T11:20:28.717" v="273" actId="171"/>
        <pc:sldMkLst>
          <pc:docMk/>
          <pc:sldMk cId="0" sldId="268"/>
        </pc:sldMkLst>
        <pc:spChg chg="add ord">
          <ac:chgData name="sonam pelden" userId="2f903a43345a64cb" providerId="LiveId" clId="{436BA98B-5571-47CE-82CC-956A605DEA26}" dt="2026-09-12T11:20:28.717" v="273" actId="171"/>
          <ac:spMkLst>
            <pc:docMk/>
            <pc:sldMk cId="0" sldId="268"/>
            <ac:spMk id="3" creationId="{1D93FFBA-1243-CC9C-E986-0F77D9645309}"/>
          </ac:spMkLst>
        </pc:spChg>
      </pc:sldChg>
      <pc:sldChg chg="add del setBg">
        <pc:chgData name="sonam pelden" userId="2f903a43345a64cb" providerId="LiveId" clId="{436BA98B-5571-47CE-82CC-956A605DEA26}" dt="2026-09-12T11:19:12.605" v="258" actId="47"/>
        <pc:sldMkLst>
          <pc:docMk/>
          <pc:sldMk cId="0" sldId="269"/>
        </pc:sldMkLst>
      </pc:sldChg>
      <pc:sldChg chg="addSp delSp modSp add del mod">
        <pc:chgData name="sonam pelden" userId="2f903a43345a64cb" providerId="LiveId" clId="{436BA98B-5571-47CE-82CC-956A605DEA26}" dt="2026-09-12T11:06:59.431" v="190" actId="47"/>
        <pc:sldMkLst>
          <pc:docMk/>
          <pc:sldMk cId="863725587" sldId="269"/>
        </pc:sldMkLst>
        <pc:spChg chg="mod">
          <ac:chgData name="sonam pelden" userId="2f903a43345a64cb" providerId="LiveId" clId="{436BA98B-5571-47CE-82CC-956A605DEA26}" dt="2026-09-12T10:28:42.492" v="160" actId="20577"/>
          <ac:spMkLst>
            <pc:docMk/>
            <pc:sldMk cId="863725587" sldId="269"/>
            <ac:spMk id="3" creationId="{8CB1592A-13E3-9A4B-3B93-B86227359E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6" creationId="{3A6DB30F-EE67-261B-2789-FAB3F9010FE4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8" creationId="{892C08F0-9263-CD62-FB58-723B9E5E2B8A}"/>
          </ac:spMkLst>
        </pc:spChg>
        <pc:spChg chg="del mod">
          <ac:chgData name="sonam pelden" userId="2f903a43345a64cb" providerId="LiveId" clId="{436BA98B-5571-47CE-82CC-956A605DEA26}" dt="2026-09-12T10:29:04.045" v="163" actId="478"/>
          <ac:spMkLst>
            <pc:docMk/>
            <pc:sldMk cId="863725587" sldId="269"/>
            <ac:spMk id="12" creationId="{9D583872-13D7-89C7-AC69-95D9F2350F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3" creationId="{55FE78D3-22EB-A046-4288-2014C0BE3F1F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5" creationId="{0D886F70-DA16-C571-E824-10B7F929AD47}"/>
          </ac:spMkLst>
        </pc:spChg>
        <pc:spChg chg="del">
          <ac:chgData name="sonam pelden" userId="2f903a43345a64cb" providerId="LiveId" clId="{436BA98B-5571-47CE-82CC-956A605DEA26}" dt="2026-09-12T10:29:09.399" v="164" actId="478"/>
          <ac:spMkLst>
            <pc:docMk/>
            <pc:sldMk cId="863725587" sldId="269"/>
            <ac:spMk id="16" creationId="{165ED289-19CB-A034-181C-BCD78667A2D0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8" creationId="{E8A4A5C6-4321-3545-F9EC-C1492012A16D}"/>
          </ac:spMkLst>
        </pc:spChg>
        <pc:spChg chg="del">
          <ac:chgData name="sonam pelden" userId="2f903a43345a64cb" providerId="LiveId" clId="{436BA98B-5571-47CE-82CC-956A605DEA26}" dt="2026-09-12T10:29:12.849" v="165" actId="478"/>
          <ac:spMkLst>
            <pc:docMk/>
            <pc:sldMk cId="863725587" sldId="269"/>
            <ac:spMk id="20" creationId="{45AE24B4-0646-87B1-F83A-BF9EB340A575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1" creationId="{16D7CF85-19FC-EED1-C177-3D2B0E9EA85D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2" creationId="{C08B8A06-A9F8-04D9-C8B7-CF54311FC561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3" creationId="{EA000EBC-D097-1CD2-4C44-14D446B28624}"/>
          </ac:spMkLst>
        </pc:spChg>
        <pc:spChg chg="del">
          <ac:chgData name="sonam pelden" userId="2f903a43345a64cb" providerId="LiveId" clId="{436BA98B-5571-47CE-82CC-956A605DEA26}" dt="2026-09-12T10:29:16.196" v="166" actId="478"/>
          <ac:spMkLst>
            <pc:docMk/>
            <pc:sldMk cId="863725587" sldId="269"/>
            <ac:spMk id="24" creationId="{85CF4EAC-C791-E5B3-3FEC-8BF85E981FEC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6" creationId="{4FBFAF30-523F-AF3C-ABCF-A2D7160E101F}"/>
          </ac:spMkLst>
        </pc:spChg>
        <pc:spChg chg="del">
          <ac:chgData name="sonam pelden" userId="2f903a43345a64cb" providerId="LiveId" clId="{436BA98B-5571-47CE-82CC-956A605DEA26}" dt="2026-09-12T10:29:24.948" v="167" actId="478"/>
          <ac:spMkLst>
            <pc:docMk/>
            <pc:sldMk cId="863725587" sldId="269"/>
            <ac:spMk id="28" creationId="{FFFD57EE-50C6-11BE-23C1-3614B81827F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9" creationId="{75F45733-C073-89DE-4593-935485881E97}"/>
          </ac:spMkLst>
        </pc:spChg>
        <pc:spChg chg="del">
          <ac:chgData name="sonam pelden" userId="2f903a43345a64cb" providerId="LiveId" clId="{436BA98B-5571-47CE-82CC-956A605DEA26}" dt="2026-09-12T10:29:29.328" v="168" actId="478"/>
          <ac:spMkLst>
            <pc:docMk/>
            <pc:sldMk cId="863725587" sldId="269"/>
            <ac:spMk id="31" creationId="{0D0AF8F5-8256-14DE-A099-D3B88091A2F0}"/>
          </ac:spMkLst>
        </pc:spChg>
        <pc:spChg chg="add mod">
          <ac:chgData name="sonam pelden" userId="2f903a43345a64cb" providerId="LiveId" clId="{436BA98B-5571-47CE-82CC-956A605DEA26}" dt="2026-09-12T11:04:05.112" v="174" actId="2711"/>
          <ac:spMkLst>
            <pc:docMk/>
            <pc:sldMk cId="863725587" sldId="269"/>
            <ac:spMk id="32" creationId="{130345E5-F2FE-3AF5-45D0-BF483464EDEC}"/>
          </ac:spMkLst>
        </pc:spChg>
        <pc:spChg chg="add">
          <ac:chgData name="sonam pelden" userId="2f903a43345a64cb" providerId="LiveId" clId="{436BA98B-5571-47CE-82CC-956A605DEA26}" dt="2026-09-12T11:04:39.994" v="175" actId="22"/>
          <ac:spMkLst>
            <pc:docMk/>
            <pc:sldMk cId="863725587" sldId="269"/>
            <ac:spMk id="35" creationId="{24A1973E-33D7-CEE3-0F37-B4A9132D9ECD}"/>
          </ac:spMkLst>
        </pc:spChg>
      </pc:sldChg>
      <pc:sldChg chg="modSp add del mod">
        <pc:chgData name="sonam pelden" userId="2f903a43345a64cb" providerId="LiveId" clId="{436BA98B-5571-47CE-82CC-956A605DEA26}" dt="2026-09-12T11:20:38.919" v="274" actId="47"/>
        <pc:sldMkLst>
          <pc:docMk/>
          <pc:sldMk cId="2910911471" sldId="269"/>
        </pc:sldMkLst>
        <pc:spChg chg="mod">
          <ac:chgData name="sonam pelden" userId="2f903a43345a64cb" providerId="LiveId" clId="{436BA98B-5571-47CE-82CC-956A605DEA26}" dt="2026-09-12T11:19:59.799" v="260" actId="1076"/>
          <ac:spMkLst>
            <pc:docMk/>
            <pc:sldMk cId="2910911471" sldId="269"/>
            <ac:spMk id="2" creationId="{DC4FB269-F8E9-FED9-BD65-2B934096BF4B}"/>
          </ac:spMkLst>
        </pc:spChg>
      </pc:sldChg>
      <pc:sldChg chg="add del">
        <pc:chgData name="sonam pelden" userId="2f903a43345a64cb" providerId="LiveId" clId="{436BA98B-5571-47CE-82CC-956A605DEA26}" dt="2026-09-12T11:06:47.399" v="189" actId="47"/>
        <pc:sldMkLst>
          <pc:docMk/>
          <pc:sldMk cId="3664682172" sldId="270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5340E2A-7014-4389-A60E-315ACE56C465}" type="doc">
      <dgm:prSet loTypeId="urn:microsoft.com/office/officeart/2018/2/layout/IconCircleList" loCatId="icon" qsTypeId="urn:microsoft.com/office/officeart/2005/8/quickstyle/simple1#9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9400A48-94E1-49A6-AD03-15F4EA6437B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Primary End-Users:</a:t>
          </a:r>
          <a:r>
            <a:rPr lang="en-GB" b="0" dirty="0"/>
            <a:t> Grants controlled system access specifically to authorized MedTalk Connect engineering teams and testing personnel – Doctors as actors in testing env.</a:t>
          </a:r>
          <a:endParaRPr lang="en-US" dirty="0"/>
        </a:p>
      </dgm:t>
    </dgm:pt>
    <dgm:pt modelId="{A3EB10C6-3E7B-458E-855D-1BCD0F635DF7}" type="parTrans" cxnId="{BF2681B2-373D-4A5A-BC8A-E7375EAB3C56}">
      <dgm:prSet/>
      <dgm:spPr/>
      <dgm:t>
        <a:bodyPr/>
        <a:lstStyle/>
        <a:p>
          <a:endParaRPr lang="en-US"/>
        </a:p>
      </dgm:t>
    </dgm:pt>
    <dgm:pt modelId="{C18C1E24-E986-4D6D-A0F5-610BC51F56B9}" type="sibTrans" cxnId="{BF2681B2-373D-4A5A-BC8A-E7375EAB3C5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55A30E1-BB67-4187-A947-B90F61127D6D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Data Generation Pipeline:</a:t>
          </a:r>
          <a:r>
            <a:rPr lang="en-GB" b="0"/>
            <a:t> Powers scenario building by generating synthetic patient demographics and clinical encounter profiles stripped of realistic patient identifiers.</a:t>
          </a:r>
          <a:endParaRPr lang="en-US"/>
        </a:p>
      </dgm:t>
    </dgm:pt>
    <dgm:pt modelId="{BB2700BD-64FD-49A4-AF70-09A4FA872CD3}" type="parTrans" cxnId="{48026451-42A3-4F88-81FD-4679CA88EDE8}">
      <dgm:prSet/>
      <dgm:spPr/>
      <dgm:t>
        <a:bodyPr/>
        <a:lstStyle/>
        <a:p>
          <a:endParaRPr lang="en-US"/>
        </a:p>
      </dgm:t>
    </dgm:pt>
    <dgm:pt modelId="{31E0C693-903D-4F03-A824-F94F96AAAAFB}" type="sibTrans" cxnId="{48026451-42A3-4F88-81FD-4679CA88EDE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1AD417-82E9-45AF-B739-B0035FF12B5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Validation &amp; Compliance:</a:t>
          </a:r>
          <a:r>
            <a:rPr lang="en-GB" b="0"/>
            <a:t> Routes generated records through strict validation control checks to guarantee compliance with synthetic constraints prior to testing.</a:t>
          </a:r>
          <a:endParaRPr lang="en-US"/>
        </a:p>
      </dgm:t>
    </dgm:pt>
    <dgm:pt modelId="{5C807F8D-4A40-483C-8CB9-872DC11AD9FF}" type="parTrans" cxnId="{328CC764-B07A-4437-ABE5-62724E9F1BE3}">
      <dgm:prSet/>
      <dgm:spPr/>
      <dgm:t>
        <a:bodyPr/>
        <a:lstStyle/>
        <a:p>
          <a:endParaRPr lang="en-US"/>
        </a:p>
      </dgm:t>
    </dgm:pt>
    <dgm:pt modelId="{61FE582F-386C-4918-B08A-96D1C001BC0B}" type="sibTrans" cxnId="{328CC764-B07A-4437-ABE5-62724E9F1B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D267DFE-C46B-44AB-9658-F774D8F4B3D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Interoperability Testing Layer:</a:t>
          </a:r>
          <a:r>
            <a:rPr lang="en-GB" b="0"/>
            <a:t> Transforms validated datasets into FHIR R4 objects and simulated HL7 v2 messages to feed the downstream test execution engines.</a:t>
          </a:r>
          <a:endParaRPr lang="en-US"/>
        </a:p>
      </dgm:t>
    </dgm:pt>
    <dgm:pt modelId="{7E308478-9E00-4F42-825F-58B42CDFAAEB}" type="parTrans" cxnId="{088B1375-736E-4C0A-AA19-CA0B690A57F1}">
      <dgm:prSet/>
      <dgm:spPr/>
      <dgm:t>
        <a:bodyPr/>
        <a:lstStyle/>
        <a:p>
          <a:endParaRPr lang="en-US"/>
        </a:p>
      </dgm:t>
    </dgm:pt>
    <dgm:pt modelId="{12EF8E73-338C-4683-B4B5-33496F47E2CF}" type="sibTrans" cxnId="{088B1375-736E-4C0A-AA19-CA0B690A57F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1430AF8-79A9-4328-9007-F846A68F57F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Terminology Mapping Matrix:</a:t>
          </a:r>
          <a:r>
            <a:rPr lang="en-GB" b="0"/>
            <a:t> Evaluates translation chains by mapping representative clinical concepts across SNOMED CT-AU, ICD-10-AM, and MBS code systems.</a:t>
          </a:r>
          <a:endParaRPr lang="en-US"/>
        </a:p>
      </dgm:t>
    </dgm:pt>
    <dgm:pt modelId="{FBBDD178-F72C-4BFE-A262-238196C0EE5B}" type="parTrans" cxnId="{744AFE24-5D52-468D-BC79-8B26A1C2203B}">
      <dgm:prSet/>
      <dgm:spPr/>
      <dgm:t>
        <a:bodyPr/>
        <a:lstStyle/>
        <a:p>
          <a:endParaRPr lang="en-US"/>
        </a:p>
      </dgm:t>
    </dgm:pt>
    <dgm:pt modelId="{6839ACF8-59FC-48D2-B1C0-3A433FFEAC33}" type="sibTrans" cxnId="{744AFE24-5D52-468D-BC79-8B26A1C2203B}">
      <dgm:prSet/>
      <dgm:spPr/>
      <dgm:t>
        <a:bodyPr/>
        <a:lstStyle/>
        <a:p>
          <a:endParaRPr lang="en-US"/>
        </a:p>
      </dgm:t>
    </dgm:pt>
    <dgm:pt modelId="{756E051F-91A2-47BE-BF08-059E2CF529BF}" type="pres">
      <dgm:prSet presAssocID="{B5340E2A-7014-4389-A60E-315ACE56C465}" presName="root" presStyleCnt="0">
        <dgm:presLayoutVars>
          <dgm:dir/>
          <dgm:resizeHandles val="exact"/>
        </dgm:presLayoutVars>
      </dgm:prSet>
      <dgm:spPr/>
    </dgm:pt>
    <dgm:pt modelId="{C5996D89-EB69-418B-8D86-861D043A9ECA}" type="pres">
      <dgm:prSet presAssocID="{B5340E2A-7014-4389-A60E-315ACE56C465}" presName="container" presStyleCnt="0">
        <dgm:presLayoutVars>
          <dgm:dir/>
          <dgm:resizeHandles val="exact"/>
        </dgm:presLayoutVars>
      </dgm:prSet>
      <dgm:spPr/>
    </dgm:pt>
    <dgm:pt modelId="{B95575D8-8203-4843-9BA4-A03029A36C97}" type="pres">
      <dgm:prSet presAssocID="{D9400A48-94E1-49A6-AD03-15F4EA6437B4}" presName="compNode" presStyleCnt="0"/>
      <dgm:spPr/>
    </dgm:pt>
    <dgm:pt modelId="{653D37C2-448E-4A64-A3DC-65F2F2538F67}" type="pres">
      <dgm:prSet presAssocID="{D9400A48-94E1-49A6-AD03-15F4EA6437B4}" presName="iconBgRect" presStyleLbl="bgShp" presStyleIdx="0" presStyleCnt="5"/>
      <dgm:spPr/>
    </dgm:pt>
    <dgm:pt modelId="{487809B1-CC05-4C6E-97B8-26A38E9755CA}" type="pres">
      <dgm:prSet presAssocID="{D9400A48-94E1-49A6-AD03-15F4EA6437B4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9996606-1E0A-495E-A3A1-9D8652588734}" type="pres">
      <dgm:prSet presAssocID="{D9400A48-94E1-49A6-AD03-15F4EA6437B4}" presName="spaceRect" presStyleCnt="0"/>
      <dgm:spPr/>
    </dgm:pt>
    <dgm:pt modelId="{BC238429-BA80-4DB8-B582-F1FEE34DD371}" type="pres">
      <dgm:prSet presAssocID="{D9400A48-94E1-49A6-AD03-15F4EA6437B4}" presName="textRect" presStyleLbl="revTx" presStyleIdx="0" presStyleCnt="5">
        <dgm:presLayoutVars>
          <dgm:chMax val="1"/>
          <dgm:chPref val="1"/>
        </dgm:presLayoutVars>
      </dgm:prSet>
      <dgm:spPr/>
    </dgm:pt>
    <dgm:pt modelId="{19EA6489-C952-4D16-A7D3-7CDD2FC69A8D}" type="pres">
      <dgm:prSet presAssocID="{C18C1E24-E986-4D6D-A0F5-610BC51F56B9}" presName="sibTrans" presStyleLbl="sibTrans2D1" presStyleIdx="0" presStyleCnt="0"/>
      <dgm:spPr/>
    </dgm:pt>
    <dgm:pt modelId="{2766D2FF-9E36-4F8E-B8B7-0A0EF9DE179B}" type="pres">
      <dgm:prSet presAssocID="{755A30E1-BB67-4187-A947-B90F61127D6D}" presName="compNode" presStyleCnt="0"/>
      <dgm:spPr/>
    </dgm:pt>
    <dgm:pt modelId="{1FC8FEAA-412E-40BF-A99D-390AD6360777}" type="pres">
      <dgm:prSet presAssocID="{755A30E1-BB67-4187-A947-B90F61127D6D}" presName="iconBgRect" presStyleLbl="bgShp" presStyleIdx="1" presStyleCnt="5"/>
      <dgm:spPr/>
    </dgm:pt>
    <dgm:pt modelId="{DDD808FD-E1CD-414C-BF48-5364E71F7778}" type="pres">
      <dgm:prSet presAssocID="{755A30E1-BB67-4187-A947-B90F61127D6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3998C0A-9975-4BA4-8B3E-2C82D9998213}" type="pres">
      <dgm:prSet presAssocID="{755A30E1-BB67-4187-A947-B90F61127D6D}" presName="spaceRect" presStyleCnt="0"/>
      <dgm:spPr/>
    </dgm:pt>
    <dgm:pt modelId="{35DE5219-0159-4508-8A1B-EB976D98E48C}" type="pres">
      <dgm:prSet presAssocID="{755A30E1-BB67-4187-A947-B90F61127D6D}" presName="textRect" presStyleLbl="revTx" presStyleIdx="1" presStyleCnt="5">
        <dgm:presLayoutVars>
          <dgm:chMax val="1"/>
          <dgm:chPref val="1"/>
        </dgm:presLayoutVars>
      </dgm:prSet>
      <dgm:spPr/>
    </dgm:pt>
    <dgm:pt modelId="{1A18CA3E-1A16-4D41-8FBC-73975BD4F510}" type="pres">
      <dgm:prSet presAssocID="{31E0C693-903D-4F03-A824-F94F96AAAAFB}" presName="sibTrans" presStyleLbl="sibTrans2D1" presStyleIdx="0" presStyleCnt="0"/>
      <dgm:spPr/>
    </dgm:pt>
    <dgm:pt modelId="{514E73BC-0D83-4731-80B3-EDE9D803ABA5}" type="pres">
      <dgm:prSet presAssocID="{FA1AD417-82E9-45AF-B739-B0035FF12B5C}" presName="compNode" presStyleCnt="0"/>
      <dgm:spPr/>
    </dgm:pt>
    <dgm:pt modelId="{35B1C247-8733-4300-A8E6-62C60918D054}" type="pres">
      <dgm:prSet presAssocID="{FA1AD417-82E9-45AF-B739-B0035FF12B5C}" presName="iconBgRect" presStyleLbl="bgShp" presStyleIdx="2" presStyleCnt="5"/>
      <dgm:spPr/>
    </dgm:pt>
    <dgm:pt modelId="{C05F9704-36E5-4FEE-86C2-8682C38F7BA6}" type="pres">
      <dgm:prSet presAssocID="{FA1AD417-82E9-45AF-B739-B0035FF12B5C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 spray"/>
        </a:ext>
      </dgm:extLst>
    </dgm:pt>
    <dgm:pt modelId="{0B5D88D5-1F86-4515-BA26-9E98533DA81C}" type="pres">
      <dgm:prSet presAssocID="{FA1AD417-82E9-45AF-B739-B0035FF12B5C}" presName="spaceRect" presStyleCnt="0"/>
      <dgm:spPr/>
    </dgm:pt>
    <dgm:pt modelId="{3B44F832-83D3-4C53-B84B-8BF79AC2BEE5}" type="pres">
      <dgm:prSet presAssocID="{FA1AD417-82E9-45AF-B739-B0035FF12B5C}" presName="textRect" presStyleLbl="revTx" presStyleIdx="2" presStyleCnt="5">
        <dgm:presLayoutVars>
          <dgm:chMax val="1"/>
          <dgm:chPref val="1"/>
        </dgm:presLayoutVars>
      </dgm:prSet>
      <dgm:spPr/>
    </dgm:pt>
    <dgm:pt modelId="{9F22610E-F8A2-455E-AB61-6CA7DD4A3FA1}" type="pres">
      <dgm:prSet presAssocID="{61FE582F-386C-4918-B08A-96D1C001BC0B}" presName="sibTrans" presStyleLbl="sibTrans2D1" presStyleIdx="0" presStyleCnt="0"/>
      <dgm:spPr/>
    </dgm:pt>
    <dgm:pt modelId="{74441B53-0586-4CB4-B6A4-BF6A7C45A275}" type="pres">
      <dgm:prSet presAssocID="{4D267DFE-C46B-44AB-9658-F774D8F4B3D0}" presName="compNode" presStyleCnt="0"/>
      <dgm:spPr/>
    </dgm:pt>
    <dgm:pt modelId="{9B15AE07-FFBE-451B-ABEF-C783FFD5449C}" type="pres">
      <dgm:prSet presAssocID="{4D267DFE-C46B-44AB-9658-F774D8F4B3D0}" presName="iconBgRect" presStyleLbl="bgShp" presStyleIdx="3" presStyleCnt="5"/>
      <dgm:spPr/>
    </dgm:pt>
    <dgm:pt modelId="{052B3D2A-70EC-4851-A305-985B96EE015B}" type="pres">
      <dgm:prSet presAssocID="{4D267DFE-C46B-44AB-9658-F774D8F4B3D0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A0962786-CAB2-4C2D-8196-CEF1225C352A}" type="pres">
      <dgm:prSet presAssocID="{4D267DFE-C46B-44AB-9658-F774D8F4B3D0}" presName="spaceRect" presStyleCnt="0"/>
      <dgm:spPr/>
    </dgm:pt>
    <dgm:pt modelId="{55412337-FA0E-420E-8FED-854978F87E72}" type="pres">
      <dgm:prSet presAssocID="{4D267DFE-C46B-44AB-9658-F774D8F4B3D0}" presName="textRect" presStyleLbl="revTx" presStyleIdx="3" presStyleCnt="5">
        <dgm:presLayoutVars>
          <dgm:chMax val="1"/>
          <dgm:chPref val="1"/>
        </dgm:presLayoutVars>
      </dgm:prSet>
      <dgm:spPr/>
    </dgm:pt>
    <dgm:pt modelId="{872AFB9D-26BF-4FDA-97E7-47D100C411A4}" type="pres">
      <dgm:prSet presAssocID="{12EF8E73-338C-4683-B4B5-33496F47E2CF}" presName="sibTrans" presStyleLbl="sibTrans2D1" presStyleIdx="0" presStyleCnt="0"/>
      <dgm:spPr/>
    </dgm:pt>
    <dgm:pt modelId="{BB9956EE-5F9D-49F3-8359-0FF338D5DECF}" type="pres">
      <dgm:prSet presAssocID="{F1430AF8-79A9-4328-9007-F846A68F57FC}" presName="compNode" presStyleCnt="0"/>
      <dgm:spPr/>
    </dgm:pt>
    <dgm:pt modelId="{20AA99D1-6B05-417F-A014-2AAC047B1B31}" type="pres">
      <dgm:prSet presAssocID="{F1430AF8-79A9-4328-9007-F846A68F57FC}" presName="iconBgRect" presStyleLbl="bgShp" presStyleIdx="4" presStyleCnt="5"/>
      <dgm:spPr/>
    </dgm:pt>
    <dgm:pt modelId="{454F7A8E-9180-4D86-B0CD-AD67BF42790F}" type="pres">
      <dgm:prSet presAssocID="{F1430AF8-79A9-4328-9007-F846A68F57FC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BDE09FA3-EAEB-49C5-9670-2DDB18E79B41}" type="pres">
      <dgm:prSet presAssocID="{F1430AF8-79A9-4328-9007-F846A68F57FC}" presName="spaceRect" presStyleCnt="0"/>
      <dgm:spPr/>
    </dgm:pt>
    <dgm:pt modelId="{DFAB4428-E82F-420D-B209-826BA757EB9D}" type="pres">
      <dgm:prSet presAssocID="{F1430AF8-79A9-4328-9007-F846A68F57F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744AFE24-5D52-468D-BC79-8B26A1C2203B}" srcId="{B5340E2A-7014-4389-A60E-315ACE56C465}" destId="{F1430AF8-79A9-4328-9007-F846A68F57FC}" srcOrd="4" destOrd="0" parTransId="{FBBDD178-F72C-4BFE-A262-238196C0EE5B}" sibTransId="{6839ACF8-59FC-48D2-B1C0-3A433FFEAC33}"/>
    <dgm:cxn modelId="{4DA88428-4315-AE40-A92B-1A9DE1CDA6C1}" type="presOf" srcId="{FA1AD417-82E9-45AF-B739-B0035FF12B5C}" destId="{3B44F832-83D3-4C53-B84B-8BF79AC2BEE5}" srcOrd="0" destOrd="0" presId="urn:microsoft.com/office/officeart/2018/2/layout/IconCircleList"/>
    <dgm:cxn modelId="{3E288543-5E97-994A-94F4-BB2DAE2E9B60}" type="presOf" srcId="{12EF8E73-338C-4683-B4B5-33496F47E2CF}" destId="{872AFB9D-26BF-4FDA-97E7-47D100C411A4}" srcOrd="0" destOrd="0" presId="urn:microsoft.com/office/officeart/2018/2/layout/IconCircleList"/>
    <dgm:cxn modelId="{DD056046-D75E-2640-9451-4388E5F9B127}" type="presOf" srcId="{4D267DFE-C46B-44AB-9658-F774D8F4B3D0}" destId="{55412337-FA0E-420E-8FED-854978F87E72}" srcOrd="0" destOrd="0" presId="urn:microsoft.com/office/officeart/2018/2/layout/IconCircleList"/>
    <dgm:cxn modelId="{48026451-42A3-4F88-81FD-4679CA88EDE8}" srcId="{B5340E2A-7014-4389-A60E-315ACE56C465}" destId="{755A30E1-BB67-4187-A947-B90F61127D6D}" srcOrd="1" destOrd="0" parTransId="{BB2700BD-64FD-49A4-AF70-09A4FA872CD3}" sibTransId="{31E0C693-903D-4F03-A824-F94F96AAAAFB}"/>
    <dgm:cxn modelId="{492F2161-9383-F841-9BDE-DD4E511B3624}" type="presOf" srcId="{C18C1E24-E986-4D6D-A0F5-610BC51F56B9}" destId="{19EA6489-C952-4D16-A7D3-7CDD2FC69A8D}" srcOrd="0" destOrd="0" presId="urn:microsoft.com/office/officeart/2018/2/layout/IconCircleList"/>
    <dgm:cxn modelId="{328CC764-B07A-4437-ABE5-62724E9F1BE3}" srcId="{B5340E2A-7014-4389-A60E-315ACE56C465}" destId="{FA1AD417-82E9-45AF-B739-B0035FF12B5C}" srcOrd="2" destOrd="0" parTransId="{5C807F8D-4A40-483C-8CB9-872DC11AD9FF}" sibTransId="{61FE582F-386C-4918-B08A-96D1C001BC0B}"/>
    <dgm:cxn modelId="{088B1375-736E-4C0A-AA19-CA0B690A57F1}" srcId="{B5340E2A-7014-4389-A60E-315ACE56C465}" destId="{4D267DFE-C46B-44AB-9658-F774D8F4B3D0}" srcOrd="3" destOrd="0" parTransId="{7E308478-9E00-4F42-825F-58B42CDFAAEB}" sibTransId="{12EF8E73-338C-4683-B4B5-33496F47E2CF}"/>
    <dgm:cxn modelId="{13DCD298-D4BD-3D42-AD80-92A7F839CA98}" type="presOf" srcId="{B5340E2A-7014-4389-A60E-315ACE56C465}" destId="{756E051F-91A2-47BE-BF08-059E2CF529BF}" srcOrd="0" destOrd="0" presId="urn:microsoft.com/office/officeart/2018/2/layout/IconCircleList"/>
    <dgm:cxn modelId="{00DAFBA5-A7FA-E34D-9539-F688D2D33094}" type="presOf" srcId="{755A30E1-BB67-4187-A947-B90F61127D6D}" destId="{35DE5219-0159-4508-8A1B-EB976D98E48C}" srcOrd="0" destOrd="0" presId="urn:microsoft.com/office/officeart/2018/2/layout/IconCircleList"/>
    <dgm:cxn modelId="{BF2681B2-373D-4A5A-BC8A-E7375EAB3C56}" srcId="{B5340E2A-7014-4389-A60E-315ACE56C465}" destId="{D9400A48-94E1-49A6-AD03-15F4EA6437B4}" srcOrd="0" destOrd="0" parTransId="{A3EB10C6-3E7B-458E-855D-1BCD0F635DF7}" sibTransId="{C18C1E24-E986-4D6D-A0F5-610BC51F56B9}"/>
    <dgm:cxn modelId="{150013BF-857F-A14A-9340-8201226A7C51}" type="presOf" srcId="{61FE582F-386C-4918-B08A-96D1C001BC0B}" destId="{9F22610E-F8A2-455E-AB61-6CA7DD4A3FA1}" srcOrd="0" destOrd="0" presId="urn:microsoft.com/office/officeart/2018/2/layout/IconCircleList"/>
    <dgm:cxn modelId="{4D4D29C9-B7B1-584C-B429-0C8CD83A31BD}" type="presOf" srcId="{D9400A48-94E1-49A6-AD03-15F4EA6437B4}" destId="{BC238429-BA80-4DB8-B582-F1FEE34DD371}" srcOrd="0" destOrd="0" presId="urn:microsoft.com/office/officeart/2018/2/layout/IconCircleList"/>
    <dgm:cxn modelId="{32697CCD-DC27-2F48-B431-629DCDB3EC97}" type="presOf" srcId="{31E0C693-903D-4F03-A824-F94F96AAAAFB}" destId="{1A18CA3E-1A16-4D41-8FBC-73975BD4F510}" srcOrd="0" destOrd="0" presId="urn:microsoft.com/office/officeart/2018/2/layout/IconCircleList"/>
    <dgm:cxn modelId="{20178ED4-76E2-734E-8B0C-429A83959140}" type="presOf" srcId="{F1430AF8-79A9-4328-9007-F846A68F57FC}" destId="{DFAB4428-E82F-420D-B209-826BA757EB9D}" srcOrd="0" destOrd="0" presId="urn:microsoft.com/office/officeart/2018/2/layout/IconCircleList"/>
    <dgm:cxn modelId="{A4F4E8B9-6886-A74B-9B1D-64B77BD4217A}" type="presParOf" srcId="{756E051F-91A2-47BE-BF08-059E2CF529BF}" destId="{C5996D89-EB69-418B-8D86-861D043A9ECA}" srcOrd="0" destOrd="0" presId="urn:microsoft.com/office/officeart/2018/2/layout/IconCircleList"/>
    <dgm:cxn modelId="{1F0100FD-AAB9-5E41-AE79-B34AFECBFE55}" type="presParOf" srcId="{C5996D89-EB69-418B-8D86-861D043A9ECA}" destId="{B95575D8-8203-4843-9BA4-A03029A36C97}" srcOrd="0" destOrd="0" presId="urn:microsoft.com/office/officeart/2018/2/layout/IconCircleList"/>
    <dgm:cxn modelId="{E4FB06DF-AA66-B74D-9BDA-A62B3C9AA072}" type="presParOf" srcId="{B95575D8-8203-4843-9BA4-A03029A36C97}" destId="{653D37C2-448E-4A64-A3DC-65F2F2538F67}" srcOrd="0" destOrd="0" presId="urn:microsoft.com/office/officeart/2018/2/layout/IconCircleList"/>
    <dgm:cxn modelId="{7A473D46-746D-1540-BBE4-924AD5C03256}" type="presParOf" srcId="{B95575D8-8203-4843-9BA4-A03029A36C97}" destId="{487809B1-CC05-4C6E-97B8-26A38E9755CA}" srcOrd="1" destOrd="0" presId="urn:microsoft.com/office/officeart/2018/2/layout/IconCircleList"/>
    <dgm:cxn modelId="{BFC6B3BE-F5AE-0B42-9F84-87B9C96D323A}" type="presParOf" srcId="{B95575D8-8203-4843-9BA4-A03029A36C97}" destId="{A9996606-1E0A-495E-A3A1-9D8652588734}" srcOrd="2" destOrd="0" presId="urn:microsoft.com/office/officeart/2018/2/layout/IconCircleList"/>
    <dgm:cxn modelId="{5C7A4DF0-FDDD-7B4F-8092-BFEA5F490C3E}" type="presParOf" srcId="{B95575D8-8203-4843-9BA4-A03029A36C97}" destId="{BC238429-BA80-4DB8-B582-F1FEE34DD371}" srcOrd="3" destOrd="0" presId="urn:microsoft.com/office/officeart/2018/2/layout/IconCircleList"/>
    <dgm:cxn modelId="{F54B6099-54EB-2541-9BBB-428C6F0575E1}" type="presParOf" srcId="{C5996D89-EB69-418B-8D86-861D043A9ECA}" destId="{19EA6489-C952-4D16-A7D3-7CDD2FC69A8D}" srcOrd="1" destOrd="0" presId="urn:microsoft.com/office/officeart/2018/2/layout/IconCircleList"/>
    <dgm:cxn modelId="{3D1E9740-BD22-3849-9374-6F43D7E5C5CA}" type="presParOf" srcId="{C5996D89-EB69-418B-8D86-861D043A9ECA}" destId="{2766D2FF-9E36-4F8E-B8B7-0A0EF9DE179B}" srcOrd="2" destOrd="0" presId="urn:microsoft.com/office/officeart/2018/2/layout/IconCircleList"/>
    <dgm:cxn modelId="{879C9552-E060-6D40-8B9B-574531A90B5C}" type="presParOf" srcId="{2766D2FF-9E36-4F8E-B8B7-0A0EF9DE179B}" destId="{1FC8FEAA-412E-40BF-A99D-390AD6360777}" srcOrd="0" destOrd="0" presId="urn:microsoft.com/office/officeart/2018/2/layout/IconCircleList"/>
    <dgm:cxn modelId="{A744D289-31F1-274F-BA58-A9C74E7AA3BD}" type="presParOf" srcId="{2766D2FF-9E36-4F8E-B8B7-0A0EF9DE179B}" destId="{DDD808FD-E1CD-414C-BF48-5364E71F7778}" srcOrd="1" destOrd="0" presId="urn:microsoft.com/office/officeart/2018/2/layout/IconCircleList"/>
    <dgm:cxn modelId="{63479579-5779-6A48-9DC8-27CDA48BB7E2}" type="presParOf" srcId="{2766D2FF-9E36-4F8E-B8B7-0A0EF9DE179B}" destId="{E3998C0A-9975-4BA4-8B3E-2C82D9998213}" srcOrd="2" destOrd="0" presId="urn:microsoft.com/office/officeart/2018/2/layout/IconCircleList"/>
    <dgm:cxn modelId="{5362B15E-5BDA-D04E-B2E6-F56766DCF30B}" type="presParOf" srcId="{2766D2FF-9E36-4F8E-B8B7-0A0EF9DE179B}" destId="{35DE5219-0159-4508-8A1B-EB976D98E48C}" srcOrd="3" destOrd="0" presId="urn:microsoft.com/office/officeart/2018/2/layout/IconCircleList"/>
    <dgm:cxn modelId="{43F3F855-0BBE-9443-90E3-8B3FE4889C7F}" type="presParOf" srcId="{C5996D89-EB69-418B-8D86-861D043A9ECA}" destId="{1A18CA3E-1A16-4D41-8FBC-73975BD4F510}" srcOrd="3" destOrd="0" presId="urn:microsoft.com/office/officeart/2018/2/layout/IconCircleList"/>
    <dgm:cxn modelId="{C09BB5EF-8E5E-7643-A907-CDACF85E15DE}" type="presParOf" srcId="{C5996D89-EB69-418B-8D86-861D043A9ECA}" destId="{514E73BC-0D83-4731-80B3-EDE9D803ABA5}" srcOrd="4" destOrd="0" presId="urn:microsoft.com/office/officeart/2018/2/layout/IconCircleList"/>
    <dgm:cxn modelId="{AF267193-926F-7D40-A24E-D540EA6CB6F0}" type="presParOf" srcId="{514E73BC-0D83-4731-80B3-EDE9D803ABA5}" destId="{35B1C247-8733-4300-A8E6-62C60918D054}" srcOrd="0" destOrd="0" presId="urn:microsoft.com/office/officeart/2018/2/layout/IconCircleList"/>
    <dgm:cxn modelId="{AB0E21B4-1DDB-414E-AC33-51C94998CCA8}" type="presParOf" srcId="{514E73BC-0D83-4731-80B3-EDE9D803ABA5}" destId="{C05F9704-36E5-4FEE-86C2-8682C38F7BA6}" srcOrd="1" destOrd="0" presId="urn:microsoft.com/office/officeart/2018/2/layout/IconCircleList"/>
    <dgm:cxn modelId="{B924A948-805D-C44B-8DF9-0BD3C18B02E9}" type="presParOf" srcId="{514E73BC-0D83-4731-80B3-EDE9D803ABA5}" destId="{0B5D88D5-1F86-4515-BA26-9E98533DA81C}" srcOrd="2" destOrd="0" presId="urn:microsoft.com/office/officeart/2018/2/layout/IconCircleList"/>
    <dgm:cxn modelId="{4F4FD64F-E1F1-A14C-B501-E6AF8F49BEED}" type="presParOf" srcId="{514E73BC-0D83-4731-80B3-EDE9D803ABA5}" destId="{3B44F832-83D3-4C53-B84B-8BF79AC2BEE5}" srcOrd="3" destOrd="0" presId="urn:microsoft.com/office/officeart/2018/2/layout/IconCircleList"/>
    <dgm:cxn modelId="{0612553C-B984-ED47-A64F-97F7DCAE0F2A}" type="presParOf" srcId="{C5996D89-EB69-418B-8D86-861D043A9ECA}" destId="{9F22610E-F8A2-455E-AB61-6CA7DD4A3FA1}" srcOrd="5" destOrd="0" presId="urn:microsoft.com/office/officeart/2018/2/layout/IconCircleList"/>
    <dgm:cxn modelId="{24DA5B6A-FC57-3949-950C-CFAB2212016A}" type="presParOf" srcId="{C5996D89-EB69-418B-8D86-861D043A9ECA}" destId="{74441B53-0586-4CB4-B6A4-BF6A7C45A275}" srcOrd="6" destOrd="0" presId="urn:microsoft.com/office/officeart/2018/2/layout/IconCircleList"/>
    <dgm:cxn modelId="{71E7F54B-9AE7-D54B-A958-434F83DB0BF8}" type="presParOf" srcId="{74441B53-0586-4CB4-B6A4-BF6A7C45A275}" destId="{9B15AE07-FFBE-451B-ABEF-C783FFD5449C}" srcOrd="0" destOrd="0" presId="urn:microsoft.com/office/officeart/2018/2/layout/IconCircleList"/>
    <dgm:cxn modelId="{BD504D13-D7E6-264E-A923-5C44D0B2E135}" type="presParOf" srcId="{74441B53-0586-4CB4-B6A4-BF6A7C45A275}" destId="{052B3D2A-70EC-4851-A305-985B96EE015B}" srcOrd="1" destOrd="0" presId="urn:microsoft.com/office/officeart/2018/2/layout/IconCircleList"/>
    <dgm:cxn modelId="{92C88293-EE82-5B4D-8D0E-A00FB8C50AC2}" type="presParOf" srcId="{74441B53-0586-4CB4-B6A4-BF6A7C45A275}" destId="{A0962786-CAB2-4C2D-8196-CEF1225C352A}" srcOrd="2" destOrd="0" presId="urn:microsoft.com/office/officeart/2018/2/layout/IconCircleList"/>
    <dgm:cxn modelId="{98E8BFA8-4A22-5F43-8A37-45A69E9CBE45}" type="presParOf" srcId="{74441B53-0586-4CB4-B6A4-BF6A7C45A275}" destId="{55412337-FA0E-420E-8FED-854978F87E72}" srcOrd="3" destOrd="0" presId="urn:microsoft.com/office/officeart/2018/2/layout/IconCircleList"/>
    <dgm:cxn modelId="{D5FBC0E6-4F95-FF4D-9E1A-69006B33FDDE}" type="presParOf" srcId="{C5996D89-EB69-418B-8D86-861D043A9ECA}" destId="{872AFB9D-26BF-4FDA-97E7-47D100C411A4}" srcOrd="7" destOrd="0" presId="urn:microsoft.com/office/officeart/2018/2/layout/IconCircleList"/>
    <dgm:cxn modelId="{4FDD5530-9F67-3E46-9683-FB5919AE1721}" type="presParOf" srcId="{C5996D89-EB69-418B-8D86-861D043A9ECA}" destId="{BB9956EE-5F9D-49F3-8359-0FF338D5DECF}" srcOrd="8" destOrd="0" presId="urn:microsoft.com/office/officeart/2018/2/layout/IconCircleList"/>
    <dgm:cxn modelId="{B87F13CE-5746-EE44-98F8-778C302C375D}" type="presParOf" srcId="{BB9956EE-5F9D-49F3-8359-0FF338D5DECF}" destId="{20AA99D1-6B05-417F-A014-2AAC047B1B31}" srcOrd="0" destOrd="0" presId="urn:microsoft.com/office/officeart/2018/2/layout/IconCircleList"/>
    <dgm:cxn modelId="{D9D726FB-5CBA-8248-AB25-338C1611B9BA}" type="presParOf" srcId="{BB9956EE-5F9D-49F3-8359-0FF338D5DECF}" destId="{454F7A8E-9180-4D86-B0CD-AD67BF42790F}" srcOrd="1" destOrd="0" presId="urn:microsoft.com/office/officeart/2018/2/layout/IconCircleList"/>
    <dgm:cxn modelId="{7CD896FC-A7FB-6D4F-A682-7B7630E409F0}" type="presParOf" srcId="{BB9956EE-5F9D-49F3-8359-0FF338D5DECF}" destId="{BDE09FA3-EAEB-49C5-9670-2DDB18E79B41}" srcOrd="2" destOrd="0" presId="urn:microsoft.com/office/officeart/2018/2/layout/IconCircleList"/>
    <dgm:cxn modelId="{BAE73527-1F92-CF4B-9AEC-E7A90DFACDAA}" type="presParOf" srcId="{BB9956EE-5F9D-49F3-8359-0FF338D5DECF}" destId="{DFAB4428-E82F-420D-B209-826BA757EB9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3D37C2-448E-4A64-A3DC-65F2F2538F67}">
      <dsp:nvSpPr>
        <dsp:cNvPr id="0" name=""/>
        <dsp:cNvSpPr/>
      </dsp:nvSpPr>
      <dsp:spPr>
        <a:xfrm>
          <a:off x="205509" y="828340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7809B1-CC05-4C6E-97B8-26A38E9755CA}">
      <dsp:nvSpPr>
        <dsp:cNvPr id="0" name=""/>
        <dsp:cNvSpPr/>
      </dsp:nvSpPr>
      <dsp:spPr>
        <a:xfrm>
          <a:off x="396960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238429-BA80-4DB8-B582-F1FEE34DD371}">
      <dsp:nvSpPr>
        <dsp:cNvPr id="0" name=""/>
        <dsp:cNvSpPr/>
      </dsp:nvSpPr>
      <dsp:spPr>
        <a:xfrm>
          <a:off x="1312541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 dirty="0"/>
            <a:t>Primary End-Users:</a:t>
          </a:r>
          <a:r>
            <a:rPr lang="en-GB" sz="1100" b="0" kern="1200" dirty="0"/>
            <a:t> Grants controlled system access specifically to authorized MedTalk Connect engineering teams and testing personnel – Doctors as actors in testing env.</a:t>
          </a:r>
          <a:endParaRPr lang="en-US" sz="1100" kern="1200" dirty="0"/>
        </a:p>
      </dsp:txBody>
      <dsp:txXfrm>
        <a:off x="1312541" y="828340"/>
        <a:ext cx="2148945" cy="911674"/>
      </dsp:txXfrm>
    </dsp:sp>
    <dsp:sp modelId="{1FC8FEAA-412E-40BF-A99D-390AD6360777}">
      <dsp:nvSpPr>
        <dsp:cNvPr id="0" name=""/>
        <dsp:cNvSpPr/>
      </dsp:nvSpPr>
      <dsp:spPr>
        <a:xfrm>
          <a:off x="3835925" y="828340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D808FD-E1CD-414C-BF48-5364E71F7778}">
      <dsp:nvSpPr>
        <dsp:cNvPr id="0" name=""/>
        <dsp:cNvSpPr/>
      </dsp:nvSpPr>
      <dsp:spPr>
        <a:xfrm>
          <a:off x="4027376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DE5219-0159-4508-8A1B-EB976D98E48C}">
      <dsp:nvSpPr>
        <dsp:cNvPr id="0" name=""/>
        <dsp:cNvSpPr/>
      </dsp:nvSpPr>
      <dsp:spPr>
        <a:xfrm>
          <a:off x="4942957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Data Generation Pipeline:</a:t>
          </a:r>
          <a:r>
            <a:rPr lang="en-GB" sz="1100" b="0" kern="1200"/>
            <a:t> Powers scenario building by generating synthetic patient demographics and clinical encounter profiles stripped of realistic patient identifiers.</a:t>
          </a:r>
          <a:endParaRPr lang="en-US" sz="1100" kern="1200"/>
        </a:p>
      </dsp:txBody>
      <dsp:txXfrm>
        <a:off x="4942957" y="828340"/>
        <a:ext cx="2148945" cy="911674"/>
      </dsp:txXfrm>
    </dsp:sp>
    <dsp:sp modelId="{35B1C247-8733-4300-A8E6-62C60918D054}">
      <dsp:nvSpPr>
        <dsp:cNvPr id="0" name=""/>
        <dsp:cNvSpPr/>
      </dsp:nvSpPr>
      <dsp:spPr>
        <a:xfrm>
          <a:off x="7466341" y="828340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5F9704-36E5-4FEE-86C2-8682C38F7BA6}">
      <dsp:nvSpPr>
        <dsp:cNvPr id="0" name=""/>
        <dsp:cNvSpPr/>
      </dsp:nvSpPr>
      <dsp:spPr>
        <a:xfrm>
          <a:off x="7657792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44F832-83D3-4C53-B84B-8BF79AC2BEE5}">
      <dsp:nvSpPr>
        <dsp:cNvPr id="0" name=""/>
        <dsp:cNvSpPr/>
      </dsp:nvSpPr>
      <dsp:spPr>
        <a:xfrm>
          <a:off x="8573374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Validation &amp; Compliance:</a:t>
          </a:r>
          <a:r>
            <a:rPr lang="en-GB" sz="1100" b="0" kern="1200"/>
            <a:t> Routes generated records through strict validation control checks to guarantee compliance with synthetic constraints prior to testing.</a:t>
          </a:r>
          <a:endParaRPr lang="en-US" sz="1100" kern="1200"/>
        </a:p>
      </dsp:txBody>
      <dsp:txXfrm>
        <a:off x="8573374" y="828340"/>
        <a:ext cx="2148945" cy="911674"/>
      </dsp:txXfrm>
    </dsp:sp>
    <dsp:sp modelId="{9B15AE07-FFBE-451B-ABEF-C783FFD5449C}">
      <dsp:nvSpPr>
        <dsp:cNvPr id="0" name=""/>
        <dsp:cNvSpPr/>
      </dsp:nvSpPr>
      <dsp:spPr>
        <a:xfrm>
          <a:off x="205509" y="2452790"/>
          <a:ext cx="911674" cy="9116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2B3D2A-70EC-4851-A305-985B96EE015B}">
      <dsp:nvSpPr>
        <dsp:cNvPr id="0" name=""/>
        <dsp:cNvSpPr/>
      </dsp:nvSpPr>
      <dsp:spPr>
        <a:xfrm>
          <a:off x="396960" y="2644242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412337-FA0E-420E-8FED-854978F87E72}">
      <dsp:nvSpPr>
        <dsp:cNvPr id="0" name=""/>
        <dsp:cNvSpPr/>
      </dsp:nvSpPr>
      <dsp:spPr>
        <a:xfrm>
          <a:off x="1312541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Interoperability Testing Layer:</a:t>
          </a:r>
          <a:r>
            <a:rPr lang="en-GB" sz="1100" b="0" kern="1200"/>
            <a:t> Transforms validated datasets into FHIR R4 objects and simulated HL7 v2 messages to feed the downstream test execution engines.</a:t>
          </a:r>
          <a:endParaRPr lang="en-US" sz="1100" kern="1200"/>
        </a:p>
      </dsp:txBody>
      <dsp:txXfrm>
        <a:off x="1312541" y="2452790"/>
        <a:ext cx="2148945" cy="911674"/>
      </dsp:txXfrm>
    </dsp:sp>
    <dsp:sp modelId="{20AA99D1-6B05-417F-A014-2AAC047B1B31}">
      <dsp:nvSpPr>
        <dsp:cNvPr id="0" name=""/>
        <dsp:cNvSpPr/>
      </dsp:nvSpPr>
      <dsp:spPr>
        <a:xfrm>
          <a:off x="3835925" y="2452790"/>
          <a:ext cx="911674" cy="9116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4F7A8E-9180-4D86-B0CD-AD67BF42790F}">
      <dsp:nvSpPr>
        <dsp:cNvPr id="0" name=""/>
        <dsp:cNvSpPr/>
      </dsp:nvSpPr>
      <dsp:spPr>
        <a:xfrm>
          <a:off x="4027376" y="2644242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AB4428-E82F-420D-B209-826BA757EB9D}">
      <dsp:nvSpPr>
        <dsp:cNvPr id="0" name=""/>
        <dsp:cNvSpPr/>
      </dsp:nvSpPr>
      <dsp:spPr>
        <a:xfrm>
          <a:off x="4942957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Terminology Mapping Matrix:</a:t>
          </a:r>
          <a:r>
            <a:rPr lang="en-GB" sz="1100" b="0" kern="1200"/>
            <a:t> Evaluates translation chains by mapping representative clinical concepts across SNOMED CT-AU, ICD-10-AM, and MBS code systems.</a:t>
          </a:r>
          <a:endParaRPr lang="en-US" sz="1100" kern="1200"/>
        </a:p>
      </dsp:txBody>
      <dsp:txXfrm>
        <a:off x="4942957" y="2452790"/>
        <a:ext cx="2148945" cy="911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4B2F1-6A7D-4FC4-8F0F-1963C90EB3BE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98E32-00B8-46DE-8E96-6502E5C2FF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953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1529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6371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C1FF-BF84-39D4-2CDB-FB008F27B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24EC67-3C41-AF75-AF6D-550F97ED9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8C228D-0872-8043-C75F-18CFA4FF8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B0001-862B-C929-51B9-AFB1290F98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055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95554-0651-AFC6-C742-E348B5431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1B6D2-5A30-15C7-9DFC-258A1BD85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11517D-9325-CEEA-8E67-1273556DC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3D758-1235-97D9-EA2C-FA0B925C0B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326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285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2742C-2A7A-725F-F096-86E206216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6BABF-A262-019B-9307-47D024F58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2EB66-556C-F742-E585-952E2E0E9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8BFEE-71FB-D292-52A8-9AA072C46B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05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7622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84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28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003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5F24-FE2C-3CBA-74CE-BF6C2FB9F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C67F9-53A0-B5EF-645C-24E638CA8F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F77B-507E-C4EA-629F-86659467A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9FCC1-AEBB-83EB-7424-CE6A18BF8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B5D3-C514-77FC-E8C5-B1B8044B8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5276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ED5E-E450-0184-6EB1-085489AD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AA6A6-3A1A-8ED3-7CD3-2B76F8E9C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B7B6B-B864-A5C2-4244-9737E04BC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DD44-0585-1FF3-65DF-3E77368C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2DFC9-D6B0-0C82-31E0-41E4E6D2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200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F70F9-6DEF-37C5-21EC-52CB76C00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587-0426-0B0A-40A8-D697691C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BC41E-43F2-8876-D6B3-5286FE20B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77811-C85A-00E5-8AF0-C20907E00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2CBD-C6FF-BDAA-BBC5-B6D4612AB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86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B91-F29F-BC0A-71A9-7F712AD8B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644CB-6987-CEDC-7DC2-ADABBAB200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9D1D0-4544-5A6F-D0D9-25F00146A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BB2A5-C1FE-B1A5-50EB-7070C94C1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088F3-168C-22FA-D66E-8DCA154DB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3068A-5573-1F8B-8526-81AEC54A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0643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EAB5-9FCF-4515-76D0-8468709C0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3F505-B626-722F-FE6F-22B82C90A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8668C5-D9FC-E4B9-88DB-8033143E5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82BDF-6CC1-E1A2-50D4-97D074308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CD9FE9-B1D3-4AD6-1D27-9C0C8755F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19E466-D832-E98D-0DB0-BA1B5FD1E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25093-8FD8-8FDF-DA11-358308C0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4C511-6A83-B318-BEC6-34E642E6B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79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72DDC-EB3F-E313-5428-6F70C43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62A06-524C-6539-21AD-76A3C4BE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F32C8-9C63-966B-BEEB-11FED2C2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EBE9A-5875-9889-8A74-A5165F44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7275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AA6B54-4B05-E507-1B73-02EF00F8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5A672E-46CE-279D-CD3C-4FA9E0C59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5488-05C0-6A98-4C91-5B420DD5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46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B2D3-1A2F-02F5-A302-707578D3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145F5-1D63-E37A-0BE9-74874CA1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68BEB1-44E6-EBA1-B352-4BA647348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68306-8AA1-AFF9-55E2-523B202D2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F5212-98DE-268F-16B1-7E4F2AD49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F6A4C-EFCD-73DC-663A-6D700F185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109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1C8E5-0619-CE7B-8D31-C72D65D7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824D0C-19CE-8E5E-8B30-8A44B8E6B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3FAA0-EB59-C498-1291-B938A59E6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371FA-8AFE-D1EE-21AB-209D72283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68731-C4CA-0E68-8C8B-FB6F7729E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3C5B3-179C-275C-08E6-E3E767D1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72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7040-FC45-C872-C30E-9431FBA3A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B672CC-6434-39C0-72DF-763EF4F41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9597E-9CE6-9DE8-8951-003B1F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F5549-431D-50F6-9BD5-69BC94CF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FC017-F82A-4DC7-B00D-DD838B1C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6C38A-24F0-EBC7-6A5B-65C8600B7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5B0D9-1398-023F-195F-C47BCCC7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276BD-CEC4-637A-0B0A-B116FF01A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41D6-75DC-D6E7-9B21-1D4B93C5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F07B7-73E5-52AC-385D-90C3C8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6030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551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763B9-A0DE-8625-A253-6982A8332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54B53-8B7D-FB6D-2455-001D1BDF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DD162-70DA-D3B4-D4DA-4DB32F4DC4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CD068-E763-4D96-972C-0B3F1441A126}" type="datetimeFigureOut">
              <a:rPr lang="en-AU" smtClean="0"/>
              <a:t>13/9/2026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DB38F-7B86-EFEF-3A0B-5C28395D0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89C5-C71D-0E52-0A11-F4E7D75E8C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847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hyperlink" Target="https://github.com/SkinnySeal17/HEAALTHCARE_SYSTEM/tree/main/Proof_of_Work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64008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8375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ICT942 — CYBER SECURITY PROJECT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Integration &amp; Clinical Terminology Test Harness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FHIR test harness for FAZ Australia's MedTalk Connect — Stage 1 Design &amp; Feasibility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Partner: FAZ Australia (MedTalk)   |   Mentor: Atif Nisar   |   Supervisor: Md Ashraf Uddin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77724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6" name="Image 0" descr="/home/claude/pptxbuild/icon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1986077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9164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context, problem statement, goals &amp; stakeholders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1" name="Shape 8"/>
          <p:cNvSpPr/>
          <p:nvPr/>
        </p:nvSpPr>
        <p:spPr>
          <a:xfrm>
            <a:off x="644652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2" name="Image 1" descr="/home/claude/pptxbuild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085" y="1986077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6092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 &amp; Management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36092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Charter, roadmap, RACI, risk register, feasibility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7" name="Shape 13"/>
          <p:cNvSpPr/>
          <p:nvPr/>
        </p:nvSpPr>
        <p:spPr>
          <a:xfrm>
            <a:off x="77724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8" name="Image 2" descr="/home/claude/pptxbuild/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49117"/>
            <a:ext cx="380390" cy="38039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69164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69164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review, comparative analysis, gap analysis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21792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3" name="Shape 18"/>
          <p:cNvSpPr/>
          <p:nvPr/>
        </p:nvSpPr>
        <p:spPr>
          <a:xfrm>
            <a:off x="644652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24" name="Image 3" descr="/home/claude/pptxbuild/icon_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2085" y="3449117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6092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36092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Design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36092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technology stack, security &amp; cost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9" name="Shape 23"/>
          <p:cNvSpPr/>
          <p:nvPr/>
        </p:nvSpPr>
        <p:spPr>
          <a:xfrm>
            <a:off x="77724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0" name="Image 4" descr="/home/claude/pptxbuild/icon_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912157"/>
            <a:ext cx="380390" cy="38039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69164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169164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&amp; Evaluation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169164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plan, PoC description, testing &amp; validation</a:t>
            </a:r>
            <a:endParaRPr lang="en-US" sz="1600" dirty="0"/>
          </a:p>
        </p:txBody>
      </p:sp>
      <p:sp>
        <p:nvSpPr>
          <p:cNvPr id="34" name="Shape 27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35" name="Shape 28"/>
          <p:cNvSpPr/>
          <p:nvPr/>
        </p:nvSpPr>
        <p:spPr>
          <a:xfrm>
            <a:off x="644652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6" name="Image 5" descr="/home/claude/pptxbuild/icon_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085" y="4912157"/>
            <a:ext cx="380390" cy="38039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36092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0"/>
          <p:cNvSpPr/>
          <p:nvPr/>
        </p:nvSpPr>
        <p:spPr>
          <a:xfrm>
            <a:off x="736092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Recommendations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36092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path into Stage 2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Context &amp; Problem Statement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492240" cy="4480560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Australia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Canberra health-tech company behind MedTalk, an AI clinical scribe used across Australian clinics, integrated with EMR systems via MedTalk Connect (FHIR-based).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Connect has no safe, isolated way to validate FHIR data exchange or SNOMED CT-AU → ICD-10-AM → MBS terminology mapping before production deployment.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Undetected failures risk incorrect clinical documentation, billing errors, and privacy breaches under the Privacy Act 1988 (Cth) and My Health Records Act 2012 (Cth).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200" y="155448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89520" y="1783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589520" y="28346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 records used — 100% synthetic by design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0" y="393192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589520" y="416052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589520" y="521208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in scope: Oracle Health, Best Practice/Halo, Epic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891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Goals, Scope &amp; Stakeholders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16404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validate a synthetic FHIR test harness so FAZ Australia can safely verify interoperability and terminology mapping — without real patient data.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E8F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FHIR/HL7v2/SMART auth architecture
• SNOMED CT-AU → ICD-10-AM → MBS mapping design
• Written test plan (happy path, errors)
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8328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FDED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61188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Building the harness (Stage 2)
• Real patient data / production EMR
• Changes to MedTalk's AI/NLP engine
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pptxbuild/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64043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92240" y="210312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766560" y="19476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Atif Nisar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7665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 — High interest, High influence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66560" y="27249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766560" y="30175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 — Medium interest, High influence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492240" y="36576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766560" y="35021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76656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Team — High interest, High influence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492240" y="443484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766560" y="42793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Engineering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76656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of harness — High interest, Medium influence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1597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Charter &amp; Roadmap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16294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Highlights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synthetic FHIR test harness for MedTalk Connect validation.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 &amp; Atif Nisar jointly approve scope and stage gates.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compliance risk, faster connector onboarding, reusable CI/CD asset.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Roadmap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201168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37376" y="2267712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20840" y="193852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19385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&amp; Stakeholder Analysis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09360" y="2761488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437376" y="3017520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268833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W3–4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89520" y="26883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&amp; SRS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09360" y="3511296"/>
            <a:ext cx="256032" cy="256032"/>
          </a:xfrm>
          <a:prstGeom prst="ellipse">
            <a:avLst/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437376" y="3767328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720840" y="34381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89520" y="343814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Risk (Stage 1 done)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309360" y="4261104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37376" y="4517136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1879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89520" y="41879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Drafting: Sections 1–3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309360" y="5010912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437376" y="5266944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20840" y="49377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589520" y="4937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PoC Planning: Sections 4–6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309360" y="576072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720840" y="568756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589520" y="568756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Finalise, Rehearse, Submit (13 Sept)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Roles &amp; RACI Matrix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87773"/>
              </p:ext>
            </p:extLst>
          </p:nvPr>
        </p:nvGraphicFramePr>
        <p:xfrm>
          <a:off x="548640" y="1600200"/>
          <a:ext cx="11274552" cy="402336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Deliverable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Sonam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Charity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Rikesh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Zubair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Charter &amp; Planning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Business/Clinical Context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Tech Landscape Analysis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(3.1)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(3.2–4)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Solution Architecture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Security Design &amp; Cost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PoC &amp; Testing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(5.2)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(5.1,5.3)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 Compilation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Responsible   A = Accountable   C = Consulted   I = Informed</a:t>
            </a:r>
            <a:endParaRPr lang="en-US" sz="1400" dirty="0"/>
          </a:p>
        </p:txBody>
      </p:sp>
      <p:sp>
        <p:nvSpPr>
          <p:cNvPr id="4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Register — Top Risks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167234"/>
              </p:ext>
            </p:extLst>
          </p:nvPr>
        </p:nvGraphicFramePr>
        <p:xfrm>
          <a:off x="548640" y="1600200"/>
          <a:ext cx="11091672" cy="395020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Connector crash/hang on slow FHIR 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Automated slow-response test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Cross-tenant data leakage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Row-level tenant isolation + gateway checks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R5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patient identifier in synthetic dataset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Luhn-check rejection rule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R9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Team's limited healthcare-semantics experience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Curated SNOMED subset, mentor guidance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R10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Scope creep from broad brief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Fixed endpoint list, agreed exclusions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Likelihood × Impact. All ten Stage-1 risks are mapped to automated failure-mode tests or architectural controls.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Feasibility Study — Six Dimensions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6304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Mature open-source stack (FHIR R4, AU Core, HAPI FHIR); main risk is healthcare semantics, not tools.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52628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age 1" descr="/home/claude/pptxbuild/icon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954" y="19147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Economic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521208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52628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~$150 AUD total cost; open-source + free-tier hosting under WIL arrangement.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04672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Image 2" descr="/home/claude/pptxbuild/icon_a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191475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896112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27532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Confirmed mentor commitment and tooling; risk is competing university workloads.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4864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Image 3" descr="/home/claude/pptxbuild/icon_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6304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46304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 patient data used; Luhn-check validation technically enforces compliance.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429768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" name="Image 4" descr="/home/claude/pptxbuild/icon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7954" y="4246474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1208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Ethical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521208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real-patient harm possible by design; focus is AI-generated data integrity.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27"/>
          <p:cNvSpPr/>
          <p:nvPr/>
        </p:nvSpPr>
        <p:spPr>
          <a:xfrm>
            <a:off x="804672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827532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Image 5" descr="/home/claude/pptxbuild/icon_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994" y="4246474"/>
            <a:ext cx="285293" cy="285293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6112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Cybersecurity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896112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Layered controls reduce every identified threat to Low residual risk.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D7C5EC4-17BF-620E-9615-897F9C02E6F7}"/>
              </a:ext>
            </a:extLst>
          </p:cNvPr>
          <p:cNvSpPr txBox="1"/>
          <p:nvPr/>
        </p:nvSpPr>
        <p:spPr>
          <a:xfrm>
            <a:off x="6859049" y="1509395"/>
            <a:ext cx="4739640" cy="4983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E608F-0140-3045-9240-304F94C6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1088"/>
            <a:ext cx="10408920" cy="956231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2800" b="1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798F5-9DB6-171C-EC7E-B018F3892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4872" y="2002314"/>
            <a:ext cx="5181600" cy="4351338"/>
          </a:xfrm>
        </p:spPr>
        <p:txBody>
          <a:bodyPr>
            <a:noAutofit/>
          </a:bodyPr>
          <a:lstStyle/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MedTalk (Faz Australia) is an AI clinical documentation tool: it transcribes doctor–patient consultations live, codes the EMR in SNOMED CT-AU, maps codes to ICD-10-AM, and shares billing data via MediBetter BOSS to the MBS.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(MediBetter, 2026)</a:t>
            </a: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integrates with Best Practice via Halo Connect and HL7 FHIR R5 / SMART on FHIR, using Epic’s developer sandbox to test integrations against mock patient data before go-live.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(MedTalk AI, 2020)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Epic onboarding costs ~US$500 (listing) + up to US$1,900 (membership) + US$40K–350K (build </a:t>
            </a:r>
            <a:r>
              <a:rPr lang="en-US" sz="1700" dirty="0" err="1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labour</a:t>
            </a:r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read-only to full bidirectional FHIR); MedTalk–MediBetter API fees run US$100–500.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(Choudhary, 2026; MarkiTech.AI, 2025)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pain point: no reusable, safe test environment — restricted sandbox access slows development, makes issues hard to reproduce, and raises compliance exposure.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Clr>
                <a:schemeClr val="accent1"/>
              </a:buClr>
              <a:buNone/>
            </a:pPr>
            <a:endParaRPr lang="en-AU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7DA5A79-0567-A0E2-742B-ABD85D2040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25834" y="1772067"/>
            <a:ext cx="4406069" cy="36579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B799CC-1332-66F5-C081-BB97DC2AB886}"/>
              </a:ext>
            </a:extLst>
          </p:cNvPr>
          <p:cNvSpPr txBox="1"/>
          <p:nvPr/>
        </p:nvSpPr>
        <p:spPr>
          <a:xfrm>
            <a:off x="1097280" y="367348"/>
            <a:ext cx="7223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 ANALYSIS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82D51A-0B6F-1B10-7CB0-033CCB95C61A}"/>
              </a:ext>
            </a:extLst>
          </p:cNvPr>
          <p:cNvSpPr txBox="1"/>
          <p:nvPr/>
        </p:nvSpPr>
        <p:spPr>
          <a:xfrm>
            <a:off x="7054410" y="5692656"/>
            <a:ext cx="413936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data flow: clinical encounter → coding → FHIR integration → billing</a:t>
            </a:r>
            <a:endParaRPr lang="en-US" sz="1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661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9528-92C5-1B1D-810E-5F199FA9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9375"/>
            <a:ext cx="9995022" cy="1167639"/>
          </a:xfrm>
        </p:spPr>
        <p:txBody>
          <a:bodyPr>
            <a:norm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Comparative Analysis of existing Solutions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421157-488E-D9AE-91E7-84034AFC56C5}"/>
              </a:ext>
            </a:extLst>
          </p:cNvPr>
          <p:cNvSpPr txBox="1"/>
          <p:nvPr/>
        </p:nvSpPr>
        <p:spPr>
          <a:xfrm>
            <a:off x="176425" y="1522267"/>
            <a:ext cx="2679034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F04A71-AD8B-4F19-DE28-58C433C6268D}"/>
              </a:ext>
            </a:extLst>
          </p:cNvPr>
          <p:cNvSpPr txBox="1"/>
          <p:nvPr/>
        </p:nvSpPr>
        <p:spPr>
          <a:xfrm>
            <a:off x="130746" y="1395404"/>
            <a:ext cx="2736781" cy="615553"/>
          </a:xfrm>
          <a:prstGeom prst="rect">
            <a:avLst/>
          </a:prstGeom>
          <a:solidFill>
            <a:srgbClr val="00206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Health IT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125CE7-FB68-7097-B163-1762226E6918}"/>
              </a:ext>
            </a:extLst>
          </p:cNvPr>
          <p:cNvSpPr txBox="1"/>
          <p:nvPr/>
        </p:nvSpPr>
        <p:spPr>
          <a:xfrm>
            <a:off x="192313" y="2121416"/>
            <a:ext cx="2887579" cy="1145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well-documented sandbox purpose-built for testing SMART on FHIR apps.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87B1D-D030-F909-8122-B0D5E5AE28C3}"/>
              </a:ext>
            </a:extLst>
          </p:cNvPr>
          <p:cNvSpPr txBox="1"/>
          <p:nvPr/>
        </p:nvSpPr>
        <p:spPr>
          <a:xfrm>
            <a:off x="200490" y="3236059"/>
            <a:ext cx="2654969" cy="1677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the SMART app ecosystem that is for </a:t>
            </a:r>
            <a:r>
              <a:rPr lang="en-AU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does not validate full cross-system, multi-vendor data exchange.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90FE73-0E02-1C34-AA18-42C7B0398CD6}"/>
              </a:ext>
            </a:extLst>
          </p:cNvPr>
          <p:cNvSpPr txBox="1"/>
          <p:nvPr/>
        </p:nvSpPr>
        <p:spPr>
          <a:xfrm>
            <a:off x="3100137" y="1381964"/>
            <a:ext cx="2815385" cy="3809029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8D4248-37D3-8F3B-8CE9-F411F3CFB7C5}"/>
              </a:ext>
            </a:extLst>
          </p:cNvPr>
          <p:cNvSpPr txBox="1"/>
          <p:nvPr/>
        </p:nvSpPr>
        <p:spPr>
          <a:xfrm>
            <a:off x="6084779" y="1397420"/>
            <a:ext cx="2790519" cy="3793573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548C28-9857-F6D2-24AE-C17754C13271}"/>
              </a:ext>
            </a:extLst>
          </p:cNvPr>
          <p:cNvSpPr txBox="1"/>
          <p:nvPr/>
        </p:nvSpPr>
        <p:spPr>
          <a:xfrm>
            <a:off x="9041330" y="1546260"/>
            <a:ext cx="2791322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CE467C-923C-975A-ABC2-A10B968A1A18}"/>
              </a:ext>
            </a:extLst>
          </p:cNvPr>
          <p:cNvSpPr txBox="1"/>
          <p:nvPr/>
        </p:nvSpPr>
        <p:spPr>
          <a:xfrm>
            <a:off x="3088105" y="1381964"/>
            <a:ext cx="2851518" cy="61555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Epic App Orchard /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67F95-9F91-A47F-D6CF-2FF8DF03D312}"/>
              </a:ext>
            </a:extLst>
          </p:cNvPr>
          <p:cNvSpPr txBox="1"/>
          <p:nvPr/>
        </p:nvSpPr>
        <p:spPr>
          <a:xfrm>
            <a:off x="6082410" y="1395404"/>
            <a:ext cx="2779289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MediRecords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Developer Sandbox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9781F7-7395-4C76-1E8D-E64132D1FDB9}"/>
              </a:ext>
            </a:extLst>
          </p:cNvPr>
          <p:cNvSpPr txBox="1"/>
          <p:nvPr/>
        </p:nvSpPr>
        <p:spPr>
          <a:xfrm>
            <a:off x="9030956" y="1381964"/>
            <a:ext cx="2791323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Synapxe HealthX Innovation Sandbox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8789BA-1176-240F-0041-A0B5DE90EF39}"/>
              </a:ext>
            </a:extLst>
          </p:cNvPr>
          <p:cNvSpPr txBox="1"/>
          <p:nvPr/>
        </p:nvSpPr>
        <p:spPr>
          <a:xfrm>
            <a:off x="3151413" y="3327877"/>
            <a:ext cx="2654969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Epic-specific; formal onboarding plus US$40K–350K build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restrict accessibility.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(Choudhary, 2026; Bonami Software,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024FC5-42AB-3D7A-1977-B0204D94116B}"/>
              </a:ext>
            </a:extLst>
          </p:cNvPr>
          <p:cNvSpPr txBox="1"/>
          <p:nvPr/>
        </p:nvSpPr>
        <p:spPr>
          <a:xfrm>
            <a:off x="3175514" y="2077663"/>
            <a:ext cx="26549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real Epic EHR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testable against mock patient data before go-live.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B80FE4-3EFD-D343-8A06-795CFAD5749B}"/>
              </a:ext>
            </a:extLst>
          </p:cNvPr>
          <p:cNvSpPr txBox="1"/>
          <p:nvPr/>
        </p:nvSpPr>
        <p:spPr>
          <a:xfrm>
            <a:off x="6160200" y="2105561"/>
            <a:ext cx="27391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Australian-context FHIR/Connect API testing aligned to local standards.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A8B58-0117-94CA-B844-5669742D2EE3}"/>
              </a:ext>
            </a:extLst>
          </p:cNvPr>
          <p:cNvSpPr txBox="1"/>
          <p:nvPr/>
        </p:nvSpPr>
        <p:spPr>
          <a:xfrm>
            <a:off x="6131698" y="3540420"/>
            <a:ext cx="2654969" cy="1668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 own APIs only — not a vendor-neutral environment.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B83765-B5B6-ADA8-B9B8-14DB7B927DF4}"/>
              </a:ext>
            </a:extLst>
          </p:cNvPr>
          <p:cNvSpPr txBox="1"/>
          <p:nvPr/>
        </p:nvSpPr>
        <p:spPr>
          <a:xfrm>
            <a:off x="9065430" y="2077663"/>
            <a:ext cx="277608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sandbox supporting a broad health-tech innovation ecosystem.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6F61D1-E691-8440-8957-6E1A75B67F03}"/>
              </a:ext>
            </a:extLst>
          </p:cNvPr>
          <p:cNvSpPr txBox="1"/>
          <p:nvPr/>
        </p:nvSpPr>
        <p:spPr>
          <a:xfrm>
            <a:off x="9050191" y="3314984"/>
            <a:ext cx="2791322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Singapore’s governance/standards — not directly transferable to Australian FHIR/SNOMED CT-AU context.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(Synapxe, 2023)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1BE41-DB44-D3B1-0D6D-CAF7D7A3BCBD}"/>
              </a:ext>
            </a:extLst>
          </p:cNvPr>
          <p:cNvSpPr txBox="1"/>
          <p:nvPr/>
        </p:nvSpPr>
        <p:spPr>
          <a:xfrm>
            <a:off x="229413" y="5740990"/>
            <a:ext cx="11588803" cy="830997"/>
          </a:xfrm>
          <a:prstGeom prst="rect">
            <a:avLst/>
          </a:prstGeom>
          <a:solidFill>
            <a:srgbClr val="F4F7FD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is vendor- or ecosystem-bound. None offers a vendor-neutral environment that validates FHIR exchange, SNOMED CT-AU/ICD-10-AM terminology and authentication together, before and after deployment — the role the proposed Test Harness fills.</a:t>
            </a:r>
            <a:endParaRPr lang="en-US" sz="1600" dirty="0">
              <a:solidFill>
                <a:schemeClr val="tx2"/>
              </a:solidFill>
            </a:endParaRPr>
          </a:p>
          <a:p>
            <a:endParaRPr lang="en-AU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7789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E6D7F-5D5A-269C-2500-9C869F7B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209789"/>
            <a:ext cx="10515600" cy="1129992"/>
          </a:xfrm>
        </p:spPr>
        <p:txBody>
          <a:bodyPr>
            <a:normAutofit/>
          </a:bodyPr>
          <a:lstStyle/>
          <a:p>
            <a:r>
              <a:rPr lang="en-US" sz="3500" b="1" dirty="0">
                <a:solidFill>
                  <a:srgbClr val="2129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Technology &amp; Market Survey</a:t>
            </a:r>
            <a:br>
              <a:rPr lang="en-US" sz="3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3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D59CA6-2283-7F28-8C66-146613B2F2C9}"/>
              </a:ext>
            </a:extLst>
          </p:cNvPr>
          <p:cNvSpPr txBox="1"/>
          <p:nvPr/>
        </p:nvSpPr>
        <p:spPr>
          <a:xfrm>
            <a:off x="65532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DEC77-ABC3-7833-8453-3C2B6EDBF2C3}"/>
              </a:ext>
            </a:extLst>
          </p:cNvPr>
          <p:cNvSpPr txBox="1"/>
          <p:nvPr/>
        </p:nvSpPr>
        <p:spPr>
          <a:xfrm>
            <a:off x="6629400" y="4130040"/>
            <a:ext cx="52882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C6D81-27F0-E1B2-4379-C3AB00D36867}"/>
              </a:ext>
            </a:extLst>
          </p:cNvPr>
          <p:cNvSpPr txBox="1"/>
          <p:nvPr/>
        </p:nvSpPr>
        <p:spPr>
          <a:xfrm>
            <a:off x="655320" y="413004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BA884-FB72-E29C-8D6B-078660CD7BC1}"/>
              </a:ext>
            </a:extLst>
          </p:cNvPr>
          <p:cNvSpPr txBox="1"/>
          <p:nvPr/>
        </p:nvSpPr>
        <p:spPr>
          <a:xfrm>
            <a:off x="655320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6C37E-27AB-02A6-7132-F58E0B4A1AEA}"/>
              </a:ext>
            </a:extLst>
          </p:cNvPr>
          <p:cNvSpPr txBox="1"/>
          <p:nvPr/>
        </p:nvSpPr>
        <p:spPr>
          <a:xfrm>
            <a:off x="838200" y="1888034"/>
            <a:ext cx="5120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exchange standard for patient data, appointments and clinical notes; supports RESTful APIs, documents and messaging. Free to build on, unlike the trademarked “HL7” name.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</a:t>
            </a:r>
            <a:r>
              <a:rPr lang="en-US" sz="14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eCQI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2025)</a:t>
            </a:r>
            <a:endParaRPr lang="en-US" dirty="0"/>
          </a:p>
          <a:p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26C6C-2EA8-B8E4-F686-A27E0C927D4A}"/>
              </a:ext>
            </a:extLst>
          </p:cNvPr>
          <p:cNvSpPr txBox="1"/>
          <p:nvPr/>
        </p:nvSpPr>
        <p:spPr>
          <a:xfrm>
            <a:off x="1066800" y="147828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C42ECB-DBC5-E633-B619-B197C073B3F3}"/>
              </a:ext>
            </a:extLst>
          </p:cNvPr>
          <p:cNvSpPr txBox="1"/>
          <p:nvPr/>
        </p:nvSpPr>
        <p:spPr>
          <a:xfrm>
            <a:off x="1463040" y="1339780"/>
            <a:ext cx="275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HL7 FHIR</a:t>
            </a:r>
            <a:endParaRPr lang="en-US" dirty="0"/>
          </a:p>
          <a:p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681E5-BC84-477F-6E37-B5076950D3B9}"/>
              </a:ext>
            </a:extLst>
          </p:cNvPr>
          <p:cNvSpPr txBox="1"/>
          <p:nvPr/>
        </p:nvSpPr>
        <p:spPr>
          <a:xfrm>
            <a:off x="6766560" y="1354068"/>
            <a:ext cx="48158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SNOMED CT-AU → ICD-10-AM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Australia’s preferred clinical terminology (SNOMED CT + Australian Medicines Terminology), mapped to ICD-10-AM for diagnosis coding and onward to MBS for billing.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(SNOMED CT-AU &amp; AMT Release, 2022)</a:t>
            </a:r>
            <a:endParaRPr lang="en-US" dirty="0"/>
          </a:p>
          <a:p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26DA8-C219-FDFE-AAEF-8BD846E5D2F4}"/>
              </a:ext>
            </a:extLst>
          </p:cNvPr>
          <p:cNvSpPr txBox="1"/>
          <p:nvPr/>
        </p:nvSpPr>
        <p:spPr>
          <a:xfrm>
            <a:off x="1066800" y="4358640"/>
            <a:ext cx="42824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Patient Data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generates realistic synthetic EHRs, but on US demographics; CSIRO’s Australian-context equivalent exists but is not publicly available for this project.</a:t>
            </a:r>
            <a:endParaRPr lang="en-US" dirty="0"/>
          </a:p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3CB6C7-9232-B7B3-CC9A-7DED3272A84D}"/>
              </a:ext>
            </a:extLst>
          </p:cNvPr>
          <p:cNvSpPr txBox="1"/>
          <p:nvPr/>
        </p:nvSpPr>
        <p:spPr>
          <a:xfrm>
            <a:off x="6766560" y="4358640"/>
            <a:ext cx="515112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on FHIR &amp; Halo Connect</a:t>
            </a:r>
          </a:p>
          <a:p>
            <a:endParaRPr lang="en-US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provides OAuth 2.0-based secure app authorisation. Halo Connect (Halo Link + Halo Cloud) bridges local practice databases to external FHIR/SQL consumers.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(SMART on FHIR, n.d.; Halo Connect Documentation, 2026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7886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EC045DC4-BA11-4992-9CFC-C9BC74376A42}"/>
              </a:ext>
            </a:extLst>
          </p:cNvPr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F156EE-CB93-01E5-42C6-A8DE7E14ACFE}"/>
              </a:ext>
            </a:extLst>
          </p:cNvPr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Current State to Test Harness</a:t>
            </a:r>
            <a:endParaRPr lang="en-US" sz="3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C1D31F3-C5C8-C3E3-3F3C-56453E2E3D38}"/>
              </a:ext>
            </a:extLst>
          </p:cNvPr>
          <p:cNvSpPr/>
          <p:nvPr/>
        </p:nvSpPr>
        <p:spPr>
          <a:xfrm>
            <a:off x="548640" y="1600200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756EDB9-F24E-82A3-EB9A-C6E07B3A95C1}"/>
              </a:ext>
            </a:extLst>
          </p:cNvPr>
          <p:cNvSpPr/>
          <p:nvPr/>
        </p:nvSpPr>
        <p:spPr>
          <a:xfrm>
            <a:off x="7315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A6FD67E-65E2-8EDE-A27E-8D51083E4B19}"/>
              </a:ext>
            </a:extLst>
          </p:cNvPr>
          <p:cNvSpPr txBox="1"/>
          <p:nvPr/>
        </p:nvSpPr>
        <p:spPr>
          <a:xfrm>
            <a:off x="73152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7D87A05-5E32-0599-2C2F-1972E7ABEBDC}"/>
              </a:ext>
            </a:extLst>
          </p:cNvPr>
          <p:cNvSpPr txBox="1"/>
          <p:nvPr/>
        </p:nvSpPr>
        <p:spPr>
          <a:xfrm>
            <a:off x="1143000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Unsafe / restricted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9FA65D34-86E8-6DC8-4F6A-E29D3E4EACE8}"/>
              </a:ext>
            </a:extLst>
          </p:cNvPr>
          <p:cNvSpPr txBox="1"/>
          <p:nvPr/>
        </p:nvSpPr>
        <p:spPr>
          <a:xfrm>
            <a:off x="114300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BE1BE68-0717-9226-B406-EBA34427D473}"/>
              </a:ext>
            </a:extLst>
          </p:cNvPr>
          <p:cNvSpPr txBox="1"/>
          <p:nvPr/>
        </p:nvSpPr>
        <p:spPr>
          <a:xfrm>
            <a:off x="1417320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Fully synthetic test environment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647F7A7-2E5F-5CB8-1FF4-152C54E1B3C3}"/>
              </a:ext>
            </a:extLst>
          </p:cNvPr>
          <p:cNvSpPr/>
          <p:nvPr/>
        </p:nvSpPr>
        <p:spPr>
          <a:xfrm>
            <a:off x="6254496" y="1600200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52622D12-86C9-52DF-F4CC-D385D7305A27}"/>
              </a:ext>
            </a:extLst>
          </p:cNvPr>
          <p:cNvSpPr/>
          <p:nvPr/>
        </p:nvSpPr>
        <p:spPr>
          <a:xfrm>
            <a:off x="6437376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6219297-5C78-7A8A-3C09-A28C3F38567B}"/>
              </a:ext>
            </a:extLst>
          </p:cNvPr>
          <p:cNvSpPr txBox="1"/>
          <p:nvPr/>
        </p:nvSpPr>
        <p:spPr>
          <a:xfrm>
            <a:off x="6437376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D89FFFA-801F-8D6D-841F-B99FFC771A7D}"/>
              </a:ext>
            </a:extLst>
          </p:cNvPr>
          <p:cNvSpPr txBox="1"/>
          <p:nvPr/>
        </p:nvSpPr>
        <p:spPr>
          <a:xfrm>
            <a:off x="6848856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API connectivity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C3D5692-0414-443B-FFC2-FF93CBB6C9B8}"/>
              </a:ext>
            </a:extLst>
          </p:cNvPr>
          <p:cNvSpPr txBox="1"/>
          <p:nvPr/>
        </p:nvSpPr>
        <p:spPr>
          <a:xfrm>
            <a:off x="6848856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6528C19-3B5D-2648-C02F-F29C760AA1A0}"/>
              </a:ext>
            </a:extLst>
          </p:cNvPr>
          <p:cNvSpPr txBox="1"/>
          <p:nvPr/>
        </p:nvSpPr>
        <p:spPr>
          <a:xfrm>
            <a:off x="7123176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Standards-aligned interoperability (FHIR + SNOMED CT-AU + ICD-10-AM)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BAC0463-F263-7ACD-2B8C-7AA637E81828}"/>
              </a:ext>
            </a:extLst>
          </p:cNvPr>
          <p:cNvSpPr/>
          <p:nvPr/>
        </p:nvSpPr>
        <p:spPr>
          <a:xfrm>
            <a:off x="548640" y="3035808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9595B1C8-457C-1BDF-FB3A-88A19D80FAAC}"/>
              </a:ext>
            </a:extLst>
          </p:cNvPr>
          <p:cNvSpPr/>
          <p:nvPr/>
        </p:nvSpPr>
        <p:spPr>
          <a:xfrm>
            <a:off x="731520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2D2CABC-C695-91B9-FF6E-60CF653DD0EE}"/>
              </a:ext>
            </a:extLst>
          </p:cNvPr>
          <p:cNvSpPr txBox="1"/>
          <p:nvPr/>
        </p:nvSpPr>
        <p:spPr>
          <a:xfrm>
            <a:off x="731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9A91574-85D1-6B4D-AF5F-903E40021692}"/>
              </a:ext>
            </a:extLst>
          </p:cNvPr>
          <p:cNvSpPr txBox="1"/>
          <p:nvPr/>
        </p:nvSpPr>
        <p:spPr>
          <a:xfrm>
            <a:off x="1143000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generation only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27119724-EC62-6135-814E-7188DE7BA7BB}"/>
              </a:ext>
            </a:extLst>
          </p:cNvPr>
          <p:cNvSpPr txBox="1"/>
          <p:nvPr/>
        </p:nvSpPr>
        <p:spPr>
          <a:xfrm>
            <a:off x="114300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CCB0FD95-D1EB-9644-D602-9BAABDE3EF08}"/>
              </a:ext>
            </a:extLst>
          </p:cNvPr>
          <p:cNvSpPr txBox="1"/>
          <p:nvPr/>
        </p:nvSpPr>
        <p:spPr>
          <a:xfrm>
            <a:off x="1417320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Verified clinical coding with known terminology mapping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2712B910-E8B8-59C2-85D3-02EA06B16AE7}"/>
              </a:ext>
            </a:extLst>
          </p:cNvPr>
          <p:cNvSpPr/>
          <p:nvPr/>
        </p:nvSpPr>
        <p:spPr>
          <a:xfrm>
            <a:off x="6254496" y="3035808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BD29BDBB-C66E-83AC-5232-A9FC9B974BFC}"/>
              </a:ext>
            </a:extLst>
          </p:cNvPr>
          <p:cNvSpPr/>
          <p:nvPr/>
        </p:nvSpPr>
        <p:spPr>
          <a:xfrm>
            <a:off x="6437376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E4FC70A-B157-6DBF-D407-33012E213874}"/>
              </a:ext>
            </a:extLst>
          </p:cNvPr>
          <p:cNvSpPr txBox="1"/>
          <p:nvPr/>
        </p:nvSpPr>
        <p:spPr>
          <a:xfrm>
            <a:off x="6437376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AB883AC2-B544-A791-8916-712E68E50CD2}"/>
              </a:ext>
            </a:extLst>
          </p:cNvPr>
          <p:cNvSpPr txBox="1"/>
          <p:nvPr/>
        </p:nvSpPr>
        <p:spPr>
          <a:xfrm>
            <a:off x="6848856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Happy-path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D9FA8C66-9058-0AA1-7631-E2884E152102}"/>
              </a:ext>
            </a:extLst>
          </p:cNvPr>
          <p:cNvSpPr txBox="1"/>
          <p:nvPr/>
        </p:nvSpPr>
        <p:spPr>
          <a:xfrm>
            <a:off x="6848856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9267E901-5A7F-3267-5AD5-6F9DF624F541}"/>
              </a:ext>
            </a:extLst>
          </p:cNvPr>
          <p:cNvSpPr txBox="1"/>
          <p:nvPr/>
        </p:nvSpPr>
        <p:spPr>
          <a:xfrm>
            <a:off x="7123176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Resilience testing (delays, bad data, dropped connections)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2E2CA194-0AB3-4AD9-5E76-42FD6D007F55}"/>
              </a:ext>
            </a:extLst>
          </p:cNvPr>
          <p:cNvSpPr/>
          <p:nvPr/>
        </p:nvSpPr>
        <p:spPr>
          <a:xfrm>
            <a:off x="548640" y="4471416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CC819DFC-7C84-86B0-CBA7-9760566DFAC7}"/>
              </a:ext>
            </a:extLst>
          </p:cNvPr>
          <p:cNvSpPr/>
          <p:nvPr/>
        </p:nvSpPr>
        <p:spPr>
          <a:xfrm>
            <a:off x="731520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6F4F9A4-A9E7-63BE-78B7-393056CC950D}"/>
              </a:ext>
            </a:extLst>
          </p:cNvPr>
          <p:cNvSpPr txBox="1"/>
          <p:nvPr/>
        </p:nvSpPr>
        <p:spPr>
          <a:xfrm>
            <a:off x="73152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85C492E6-6214-A6EB-639E-18DAE6A307A0}"/>
              </a:ext>
            </a:extLst>
          </p:cNvPr>
          <p:cNvSpPr txBox="1"/>
          <p:nvPr/>
        </p:nvSpPr>
        <p:spPr>
          <a:xfrm>
            <a:off x="1143000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Manual validation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55AE0C61-2652-B42B-E0A5-28F1B1FF773B}"/>
              </a:ext>
            </a:extLst>
          </p:cNvPr>
          <p:cNvSpPr txBox="1"/>
          <p:nvPr/>
        </p:nvSpPr>
        <p:spPr>
          <a:xfrm>
            <a:off x="114300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A9C2B614-A2BF-BEBD-1A6C-19270EF6F32A}"/>
              </a:ext>
            </a:extLst>
          </p:cNvPr>
          <p:cNvSpPr txBox="1"/>
          <p:nvPr/>
        </p:nvSpPr>
        <p:spPr>
          <a:xfrm>
            <a:off x="1417320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Reusable automated test suite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6A42D560-A99F-0039-0EE3-558303C39235}"/>
              </a:ext>
            </a:extLst>
          </p:cNvPr>
          <p:cNvSpPr/>
          <p:nvPr/>
        </p:nvSpPr>
        <p:spPr>
          <a:xfrm>
            <a:off x="6254496" y="4471416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A6E04458-58D4-172B-85CB-FFA182F32EB0}"/>
              </a:ext>
            </a:extLst>
          </p:cNvPr>
          <p:cNvSpPr/>
          <p:nvPr/>
        </p:nvSpPr>
        <p:spPr>
          <a:xfrm>
            <a:off x="6437376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9CC93948-E7F0-91A9-C964-5E114CCCA42F}"/>
              </a:ext>
            </a:extLst>
          </p:cNvPr>
          <p:cNvSpPr txBox="1"/>
          <p:nvPr/>
        </p:nvSpPr>
        <p:spPr>
          <a:xfrm>
            <a:off x="6437376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448B85BC-127D-2349-9F44-C67D287C2722}"/>
              </a:ext>
            </a:extLst>
          </p:cNvPr>
          <p:cNvSpPr txBox="1"/>
          <p:nvPr/>
        </p:nvSpPr>
        <p:spPr>
          <a:xfrm>
            <a:off x="6848856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Fragmented tooling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179D5821-F602-FDFF-B90E-4EC3FD188BE3}"/>
              </a:ext>
            </a:extLst>
          </p:cNvPr>
          <p:cNvSpPr txBox="1"/>
          <p:nvPr/>
        </p:nvSpPr>
        <p:spPr>
          <a:xfrm>
            <a:off x="6848856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6F500751-BB6A-BB9A-FF78-C9DD8E85D7C0}"/>
              </a:ext>
            </a:extLst>
          </p:cNvPr>
          <p:cNvSpPr txBox="1"/>
          <p:nvPr/>
        </p:nvSpPr>
        <p:spPr>
          <a:xfrm>
            <a:off x="7123176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Single, unified validation workflow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CB4408B2-337B-B68D-DE3F-00B5EFD660ED}"/>
              </a:ext>
            </a:extLst>
          </p:cNvPr>
          <p:cNvSpPr txBox="1"/>
          <p:nvPr/>
        </p:nvSpPr>
        <p:spPr>
          <a:xfrm>
            <a:off x="548639" y="5952743"/>
            <a:ext cx="11184941" cy="769925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solution: a centralised, vendor-neutral Test Harness — built on synthetic data — that unifies FHIR messaging, terminology validation and automated resilience testing for MedTalk, before and after production deployment.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421EC2-20F3-70AB-343E-9B0D2B71FEB7}"/>
              </a:ext>
            </a:extLst>
          </p:cNvPr>
          <p:cNvSpPr txBox="1"/>
          <p:nvPr/>
        </p:nvSpPr>
        <p:spPr>
          <a:xfrm>
            <a:off x="372668" y="393186"/>
            <a:ext cx="964825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Gap Analysis From Current State to Test harness</a:t>
            </a:r>
          </a:p>
        </p:txBody>
      </p:sp>
    </p:spTree>
    <p:extLst>
      <p:ext uri="{BB962C8B-B14F-4D97-AF65-F5344CB8AC3E}">
        <p14:creationId xmlns:p14="http://schemas.microsoft.com/office/powerpoint/2010/main" val="3405442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A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A1D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41280" y="4206240"/>
            <a:ext cx="4023360" cy="4023360"/>
          </a:xfrm>
          <a:prstGeom prst="ellipse">
            <a:avLst/>
          </a:prstGeom>
          <a:solidFill>
            <a:srgbClr val="155C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914400"/>
            <a:ext cx="658368" cy="65836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lo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136" y="108557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182880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Solution Design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 Gateway  ·  Section 4 — Security, Cost Mapping &amp; Tech Justification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26080" cy="0"/>
          </a:xfrm>
          <a:prstGeom prst="line">
            <a:avLst/>
          </a:prstGeom>
          <a:noFill/>
          <a:ln w="31750">
            <a:solidFill>
              <a:srgbClr val="1D7A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Integration &amp; Clinical Terminology Test Harness  ·  MedTalk Connect (FAZ Australia)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633136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2A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0080"/>
            <a:ext cx="566928" cy="5669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cons/lis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787481"/>
            <a:ext cx="272125" cy="2721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I'll cover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minutes, my part of the deliverable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617720" y="685800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6858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/>
              <a:t>Solution Architecture</a:t>
            </a:r>
          </a:p>
        </p:txBody>
      </p:sp>
      <p:sp>
        <p:nvSpPr>
          <p:cNvPr id="9" name="Text 6"/>
          <p:cNvSpPr txBox="1"/>
          <p:nvPr/>
        </p:nvSpPr>
        <p:spPr>
          <a:xfrm>
            <a:off x="5440680" y="10515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Technical overview and proposed solutions.</a:t>
            </a:r>
          </a:p>
        </p:txBody>
      </p:sp>
      <p:sp>
        <p:nvSpPr>
          <p:cNvPr id="10" name="Shape 7"/>
          <p:cNvSpPr/>
          <p:nvPr/>
        </p:nvSpPr>
        <p:spPr>
          <a:xfrm>
            <a:off x="4617720" y="1746504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617720" y="1856232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85623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design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222199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mapped to the NIST Cybersecurity Framework — what protects the harness and why.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17720" y="2916936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4617720" y="3026664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302666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cost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339242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technology was chosen, and the ~$0 AUD cost justification (Section 4).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17720" y="4087368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4617720" y="4197096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440680" y="419709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40680" y="456285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 at the pages as built, next to the wireframe they came from.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5257800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4617720" y="5367528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b="1" dirty="0"/>
          </a:p>
        </p:txBody>
      </p:sp>
      <p:sp>
        <p:nvSpPr>
          <p:cNvPr id="24" name="Text 21"/>
          <p:cNvSpPr txBox="1"/>
          <p:nvPr/>
        </p:nvSpPr>
        <p:spPr>
          <a:xfrm>
            <a:off x="5440680" y="536752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login flow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40680" y="573328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screen → identity gateway → role-based hub, walked through the sitemap.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730126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EA8E76-40EC-F3AA-EDD0-898A79B85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F784BF-71EA-03E3-E237-E4BA015D06B8}"/>
              </a:ext>
            </a:extLst>
          </p:cNvPr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2A3D"/>
          </a:solidFill>
          <a:ln/>
        </p:spPr>
        <p:txBody>
          <a:bodyPr/>
          <a:lstStyle/>
          <a:p>
            <a:pPr algn="just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652379-650D-57F1-5BBE-7BA53609FACB}"/>
              </a:ext>
            </a:extLst>
          </p:cNvPr>
          <p:cNvSpPr/>
          <p:nvPr/>
        </p:nvSpPr>
        <p:spPr>
          <a:xfrm>
            <a:off x="640080" y="640080"/>
            <a:ext cx="566928" cy="5669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pPr algn="just"/>
            <a:endParaRPr lang="en-US"/>
          </a:p>
        </p:txBody>
      </p:sp>
      <p:pic>
        <p:nvPicPr>
          <p:cNvPr id="4" name="Image 0" descr="icons/list_white.png">
            <a:extLst>
              <a:ext uri="{FF2B5EF4-FFF2-40B4-BE49-F238E27FC236}">
                <a16:creationId xmlns:a16="http://schemas.microsoft.com/office/drawing/2014/main" id="{71F8F4BF-8488-12D3-A4F0-1D185E2C2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787481"/>
            <a:ext cx="272125" cy="272125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418A20-CCA5-8F88-6CE7-A4D6D976FCE6}"/>
              </a:ext>
            </a:extLst>
          </p:cNvPr>
          <p:cNvSpPr txBox="1"/>
          <p:nvPr/>
        </p:nvSpPr>
        <p:spPr>
          <a:xfrm>
            <a:off x="64008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Solution Overview</a:t>
            </a:r>
            <a:endParaRPr lang="en-US" sz="27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CB2457A-FAD2-79DD-ADA8-03D6E990A7A8}"/>
              </a:ext>
            </a:extLst>
          </p:cNvPr>
          <p:cNvSpPr txBox="1"/>
          <p:nvPr/>
        </p:nvSpPr>
        <p:spPr>
          <a:xfrm>
            <a:off x="64008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endParaRPr lang="en-US" sz="12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5FD47FC-45D1-CA11-D1D6-B6406F30B29E}"/>
              </a:ext>
            </a:extLst>
          </p:cNvPr>
          <p:cNvSpPr txBox="1"/>
          <p:nvPr/>
        </p:nvSpPr>
        <p:spPr>
          <a:xfrm>
            <a:off x="4602480" y="403856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290D635-D794-CBA0-B5B5-F8E4F5028506}"/>
              </a:ext>
            </a:extLst>
          </p:cNvPr>
          <p:cNvSpPr txBox="1"/>
          <p:nvPr/>
        </p:nvSpPr>
        <p:spPr>
          <a:xfrm>
            <a:off x="5237480" y="382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Target Objective</a:t>
            </a:r>
            <a:endParaRPr lang="en-US" sz="2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657D4F7-0F66-9827-BC22-650135C50544}"/>
              </a:ext>
            </a:extLst>
          </p:cNvPr>
          <p:cNvSpPr txBox="1"/>
          <p:nvPr/>
        </p:nvSpPr>
        <p:spPr>
          <a:xfrm>
            <a:off x="5237480" y="964055"/>
            <a:ext cx="634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Provides a controlled testing environment to mitigate cybersecurity and clinical-safety risks identified in the current-state analysis</a:t>
            </a:r>
            <a:endParaRPr lang="en-US" sz="24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A628D7A-2CA4-2098-E4C4-1735E7311D8D}"/>
              </a:ext>
            </a:extLst>
          </p:cNvPr>
          <p:cNvSpPr/>
          <p:nvPr/>
        </p:nvSpPr>
        <p:spPr>
          <a:xfrm>
            <a:off x="4617720" y="2013204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pPr algn="just"/>
            <a:endParaRPr lang="en-US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FE05371-72E8-90D7-00D4-84B841EBD2A8}"/>
              </a:ext>
            </a:extLst>
          </p:cNvPr>
          <p:cNvSpPr txBox="1"/>
          <p:nvPr/>
        </p:nvSpPr>
        <p:spPr>
          <a:xfrm>
            <a:off x="4490720" y="2274062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10DCA69-A631-53FE-5351-4777B5466232}"/>
              </a:ext>
            </a:extLst>
          </p:cNvPr>
          <p:cNvSpPr txBox="1"/>
          <p:nvPr/>
        </p:nvSpPr>
        <p:spPr>
          <a:xfrm>
            <a:off x="5237480" y="224942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Core Capabilities</a:t>
            </a: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6F6FD66-4500-3023-EC6F-E1A762B9ED07}"/>
              </a:ext>
            </a:extLst>
          </p:cNvPr>
          <p:cNvSpPr txBox="1"/>
          <p:nvPr/>
        </p:nvSpPr>
        <p:spPr>
          <a:xfrm>
            <a:off x="5182870" y="3017520"/>
            <a:ext cx="66573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Evaluates system interoperability, automated terminology mapping, and end-to-end connector </a:t>
            </a:r>
            <a:r>
              <a:rPr lang="en-GB" sz="2400" dirty="0" err="1"/>
              <a:t>behaviors</a:t>
            </a:r>
            <a:r>
              <a:rPr lang="en-GB" sz="2400" dirty="0"/>
              <a:t> without exposing real patient information</a:t>
            </a:r>
            <a:endParaRPr lang="en-US" sz="24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EA38F25D-4FB7-1554-04DB-4AC04FE16819}"/>
              </a:ext>
            </a:extLst>
          </p:cNvPr>
          <p:cNvSpPr/>
          <p:nvPr/>
        </p:nvSpPr>
        <p:spPr>
          <a:xfrm>
            <a:off x="4414520" y="4161536"/>
            <a:ext cx="694944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pPr algn="just"/>
            <a:endParaRPr lang="en-US" sz="2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B419603-A378-46A2-9D9E-552977321285}"/>
              </a:ext>
            </a:extLst>
          </p:cNvPr>
          <p:cNvSpPr txBox="1"/>
          <p:nvPr/>
        </p:nvSpPr>
        <p:spPr>
          <a:xfrm>
            <a:off x="4566920" y="4416553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4C9C2F5-B471-B273-0DA1-C261C99B0649}"/>
              </a:ext>
            </a:extLst>
          </p:cNvPr>
          <p:cNvSpPr txBox="1"/>
          <p:nvPr/>
        </p:nvSpPr>
        <p:spPr>
          <a:xfrm>
            <a:off x="5237480" y="4493767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Technical Foundation</a:t>
            </a:r>
            <a:endParaRPr lang="en-US" sz="2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148A6D3F-F4CE-65FE-F256-7F1ADB35FDDE}"/>
              </a:ext>
            </a:extLst>
          </p:cNvPr>
          <p:cNvSpPr txBox="1"/>
          <p:nvPr/>
        </p:nvSpPr>
        <p:spPr>
          <a:xfrm>
            <a:off x="5237480" y="5294377"/>
            <a:ext cx="654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Built entirely on synthetic data pipelines, FHIR R4 specifications, Australian healthcare interoperability standards, and simulated EMR targets.</a:t>
            </a:r>
            <a:endParaRPr lang="en-US" sz="24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2ACCEF-CAD5-6C2D-0594-AF658FEC0B9B}"/>
              </a:ext>
            </a:extLst>
          </p:cNvPr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60526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05310-71B8-E892-89FA-8A1C60449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56DC59-4973-E05D-178E-49E81AE55C73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Proposed Solution Architecture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4" name="TextBox 39">
            <a:extLst>
              <a:ext uri="{FF2B5EF4-FFF2-40B4-BE49-F238E27FC236}">
                <a16:creationId xmlns:a16="http://schemas.microsoft.com/office/drawing/2014/main" id="{1AA4AAFD-A27E-F2D0-4546-DD96147C50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967862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21249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design &amp; control mapping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8961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4.3 — controls mapped to the NIST Cybersecurity Framework (Identify, Protect, Detect, Respond, Recover).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2651760" cy="4114800"/>
          </a:xfrm>
          <a:prstGeom prst="roundRect">
            <a:avLst>
              <a:gd name="adj" fmla="val 2759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2F8F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48640" y="1508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194560"/>
            <a:ext cx="2322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Synthetic-only patient data; real-identifier ranges (e.g. IHI prefix 800360) rejected before use.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01568" y="1508760"/>
            <a:ext cx="2651760" cy="4114800"/>
          </a:xfrm>
          <a:prstGeom prst="roundRect">
            <a:avLst>
              <a:gd name="adj" fmla="val 2759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401568" y="1508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155C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3401568" y="1508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0" y="2194560"/>
            <a:ext cx="2322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+ OAuth 2.0 at login; tenant isolation between connectors; input validation on FHIR resources.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54496" y="1508760"/>
            <a:ext cx="2651760" cy="4114800"/>
          </a:xfrm>
          <a:prstGeom prst="roundRect">
            <a:avLst>
              <a:gd name="adj" fmla="val 2759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254496" y="1508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C97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6254496" y="1508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2194560"/>
            <a:ext cx="2322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handling surfaces malformed data, slow responses and dropped connections during test runs.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07424" y="1508760"/>
            <a:ext cx="2651760" cy="4114800"/>
          </a:xfrm>
          <a:prstGeom prst="roundRect">
            <a:avLst>
              <a:gd name="adj" fmla="val 2759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9107424" y="1508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B44B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9107424" y="1508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/ Recover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272016" y="2194560"/>
            <a:ext cx="2322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logging for traceability; Stage 2 adds incident response and backup/recovery controls.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 ties directly into this: the SSO/token gateway is the Protect-layer entry point for the whole harness.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4336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823A8-F845-C40C-233E-3C12D116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F676BCE-F599-010E-018F-A2748CF3FAB8}"/>
              </a:ext>
            </a:extLst>
          </p:cNvPr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shield_white.png">
            <a:extLst>
              <a:ext uri="{FF2B5EF4-FFF2-40B4-BE49-F238E27FC236}">
                <a16:creationId xmlns:a16="http://schemas.microsoft.com/office/drawing/2014/main" id="{1EE97E7F-4E10-9D6A-FA42-151DE1B21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A7940ED-B380-200B-F561-D9AAE996D518}"/>
              </a:ext>
            </a:extLst>
          </p:cNvPr>
          <p:cNvSpPr txBox="1"/>
          <p:nvPr/>
        </p:nvSpPr>
        <p:spPr>
          <a:xfrm>
            <a:off x="11430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design &amp; control mapping</a:t>
            </a:r>
            <a:endParaRPr lang="en-U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F546B4C-6924-649E-9C54-BE71ADB19969}"/>
              </a:ext>
            </a:extLst>
          </p:cNvPr>
          <p:cNvSpPr txBox="1"/>
          <p:nvPr/>
        </p:nvSpPr>
        <p:spPr>
          <a:xfrm>
            <a:off x="1143000" y="8961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4.3 extends to threat model and stride table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322A028-C8FF-7770-3948-69166F595F24}"/>
              </a:ext>
            </a:extLst>
          </p:cNvPr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CAB54E8-5A95-4EDF-AB44-69D0BA88EDF2}"/>
              </a:ext>
            </a:extLst>
          </p:cNvPr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9F7AEC37-7259-8F96-0A78-2260BEF5F9E3}"/>
              </a:ext>
            </a:extLst>
          </p:cNvPr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88FAA0A-24EB-9954-0508-50E9DC3C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252728"/>
            <a:ext cx="7772400" cy="539416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91169A9-F62F-6170-5C02-8D0369E887CD}"/>
              </a:ext>
            </a:extLst>
          </p:cNvPr>
          <p:cNvSpPr txBox="1"/>
          <p:nvPr/>
        </p:nvSpPr>
        <p:spPr>
          <a:xfrm>
            <a:off x="8338457" y="1014582"/>
            <a:ext cx="362494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dirty="0"/>
              <a:t>Federated Access Paths:</a:t>
            </a:r>
            <a:r>
              <a:rPr lang="en-GB" dirty="0"/>
              <a:t> Clinicians use federated SMART on FHIR launches, while testers access via manual sandbox tokens.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Identity Protection (Boundary 1):</a:t>
            </a:r>
            <a:r>
              <a:rPr lang="en-GB" dirty="0"/>
              <a:t> Both authenticated paths converge at the identity gateway to intercept external credential-probing threats.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Pipeline Integrity (Boundary 2):</a:t>
            </a:r>
            <a:r>
              <a:rPr lang="en-GB" dirty="0"/>
              <a:t> Secure serialization tracks data moving through scenario building, synthetic validation, and terminology mapping.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Connectors (Boundary 3):</a:t>
            </a:r>
            <a:r>
              <a:rPr lang="en-GB" dirty="0"/>
              <a:t> Simulated EMR connectors isolate outgoing traffic to mitigate configuration drift from malicious insiders.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320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t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cost justification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8961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4.2 &amp; 4.4 — chosen for interoperability fit, security, and zero licence cost under the WIL budget.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609344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75564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frontend for scenario builder, live results &amp; connector status — no licence cost.</a:t>
            </a:r>
            <a:endParaRPr lang="en-US" sz="1030" dirty="0"/>
          </a:p>
        </p:txBody>
      </p:sp>
      <p:sp>
        <p:nvSpPr>
          <p:cNvPr id="9" name="Shape 6"/>
          <p:cNvSpPr/>
          <p:nvPr/>
        </p:nvSpPr>
        <p:spPr>
          <a:xfrm>
            <a:off x="548640" y="2322576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77240" y="21945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Node.js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468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serves the sandbox FHIR API equally well — the pick is team-skill led, not technical.</a:t>
            </a:r>
            <a:endParaRPr lang="en-US" sz="1030" dirty="0"/>
          </a:p>
        </p:txBody>
      </p:sp>
      <p:sp>
        <p:nvSpPr>
          <p:cNvPr id="12" name="Shape 9"/>
          <p:cNvSpPr/>
          <p:nvPr/>
        </p:nvSpPr>
        <p:spPr>
          <a:xfrm>
            <a:off x="548640" y="3035808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77240" y="29077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+ AU Core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1821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fit for testing interoperability in an Australian healthcare context.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548640" y="3749040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77240" y="362102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SNOMED CT-AU → ICD-10-AM / MBS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953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the clinical and billing terminology mapping under test.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548640" y="4462272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77240" y="433425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+ OAuth 2.0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60857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authentication approach behind the login gateway on the previous slide.</a:t>
            </a:r>
            <a:endParaRPr lang="en-US" sz="1030" dirty="0"/>
          </a:p>
        </p:txBody>
      </p:sp>
      <p:sp>
        <p:nvSpPr>
          <p:cNvPr id="21" name="Shape 18"/>
          <p:cNvSpPr/>
          <p:nvPr/>
        </p:nvSpPr>
        <p:spPr>
          <a:xfrm>
            <a:off x="548640" y="5175504"/>
            <a:ext cx="109728" cy="1097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777240" y="50474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/ Newman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3218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protocol-level API validation that unit tests alone can't cover.</a:t>
            </a:r>
            <a:endParaRPr lang="en-US" sz="1030" dirty="0"/>
          </a:p>
        </p:txBody>
      </p:sp>
      <p:sp>
        <p:nvSpPr>
          <p:cNvPr id="24" name="Shape 21"/>
          <p:cNvSpPr/>
          <p:nvPr/>
        </p:nvSpPr>
        <p:spPr>
          <a:xfrm>
            <a:off x="6858000" y="1554480"/>
            <a:ext cx="4800600" cy="4434840"/>
          </a:xfrm>
          <a:prstGeom prst="roundRect">
            <a:avLst>
              <a:gd name="adj" fmla="val 2062"/>
            </a:avLst>
          </a:prstGeom>
          <a:solidFill>
            <a:srgbClr val="0F2A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7223760" y="1874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project cost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223760" y="21488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 AUD</a:t>
            </a:r>
            <a:endParaRPr lang="en-US" sz="4600" dirty="0"/>
          </a:p>
        </p:txBody>
      </p:sp>
      <p:sp>
        <p:nvSpPr>
          <p:cNvPr id="27" name="Text 24"/>
          <p:cNvSpPr txBox="1"/>
          <p:nvPr/>
        </p:nvSpPr>
        <p:spPr>
          <a:xfrm>
            <a:off x="7223760" y="29260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+ open-source tools only — no client or College budget allocated.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223760" y="3520440"/>
            <a:ext cx="4069080" cy="0"/>
          </a:xfrm>
          <a:prstGeom prst="line">
            <a:avLst/>
          </a:prstGeom>
          <a:noFill/>
          <a:ln w="12700">
            <a:solidFill>
              <a:srgbClr val="2A4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223760" y="3749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0" y="37490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excluded — this is a student project, not a commercial build.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223760" y="44074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498080" y="44074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full deployment costs deferred to Stage 2 implementation.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223760" y="506577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498080" y="5065776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reliable ROI figure yet — inventing one without incident/labour data would be inappropriate.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6626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cod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of work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8961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754B61-A34D-475C-13EB-BE14A6A92F84}"/>
              </a:ext>
            </a:extLst>
          </p:cNvPr>
          <p:cNvSpPr txBox="1"/>
          <p:nvPr/>
        </p:nvSpPr>
        <p:spPr>
          <a:xfrm>
            <a:off x="667512" y="1186934"/>
            <a:ext cx="813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</a:t>
            </a:r>
            <a:r>
              <a:rPr lang="en-US" dirty="0" err="1">
                <a:hlinkClick r:id="rId4"/>
              </a:rPr>
              <a:t>github.com</a:t>
            </a:r>
            <a:r>
              <a:rPr lang="en-US" dirty="0">
                <a:hlinkClick r:id="rId4"/>
              </a:rPr>
              <a:t>/SkinnySeal17/HEAALTHCARE_SYSTEM/tree/main/</a:t>
            </a:r>
            <a:r>
              <a:rPr lang="en-US" dirty="0" err="1">
                <a:hlinkClick r:id="rId4"/>
              </a:rPr>
              <a:t>Proof_of_Work</a:t>
            </a:r>
            <a:endParaRPr lang="en-US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184C761-1B21-739F-6738-C80EBC06D5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4" y="1656645"/>
            <a:ext cx="5715001" cy="509162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6E8AC52-799F-8644-F780-E86D628B6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7880" y="1637225"/>
            <a:ext cx="6137035" cy="513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54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4389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login flow, screen by screen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896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authentication paths lead to two different role-based hubs — this is what I built and coded.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5F7F8"/>
          </a:solidFill>
          <a:ln w="15875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Welcome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app gate entry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60320" y="2423160"/>
            <a:ext cx="502920" cy="0"/>
          </a:xfrm>
          <a:prstGeom prst="line">
            <a:avLst/>
          </a:prstGeom>
          <a:noFill/>
          <a:ln w="22225">
            <a:solidFill>
              <a:srgbClr val="0F2A3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2542032" y="208483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4173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22225">
            <a:solidFill>
              <a:srgbClr val="0F2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46120" y="1417320"/>
            <a:ext cx="3200400" cy="365760"/>
          </a:xfrm>
          <a:prstGeom prst="rect">
            <a:avLst/>
          </a:prstGeom>
          <a:solidFill>
            <a:srgbClr val="0F2A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329184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IDENTITY &amp; ACCESS GATEWAY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2487168"/>
            <a:ext cx="320040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338328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Clinician SSO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21031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Auto-triggered by SMART launch params (?iss= &amp;launch=) — simulates PRODA / AD.</a:t>
            </a:r>
            <a:endParaRPr lang="en-US" sz="870" dirty="0"/>
          </a:p>
        </p:txBody>
      </p:sp>
      <p:sp>
        <p:nvSpPr>
          <p:cNvPr id="17" name="Text 14"/>
          <p:cNvSpPr txBox="1"/>
          <p:nvPr/>
        </p:nvSpPr>
        <p:spPr>
          <a:xfrm>
            <a:off x="3383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Tester Token Entry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secret-key entry — authenticates a developer sandbox key, no clinical data touched.</a:t>
            </a:r>
            <a:endParaRPr lang="en-US" sz="870" dirty="0"/>
          </a:p>
        </p:txBody>
      </p:sp>
      <p:sp>
        <p:nvSpPr>
          <p:cNvPr id="19" name="Shape 16"/>
          <p:cNvSpPr/>
          <p:nvPr/>
        </p:nvSpPr>
        <p:spPr>
          <a:xfrm>
            <a:off x="6446520" y="1920240"/>
            <a:ext cx="1463040" cy="0"/>
          </a:xfrm>
          <a:prstGeom prst="line">
            <a:avLst/>
          </a:prstGeom>
          <a:noFill/>
          <a:ln w="22225">
            <a:solidFill>
              <a:srgbClr val="155C5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653796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i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permissions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6446520" y="2880360"/>
            <a:ext cx="1463040" cy="594360"/>
          </a:xfrm>
          <a:prstGeom prst="line">
            <a:avLst/>
          </a:prstGeom>
          <a:noFill/>
          <a:ln w="22225">
            <a:solidFill>
              <a:srgbClr val="C97A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6537960" y="3520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i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permissions</a:t>
            </a:r>
            <a:endParaRPr lang="en-US" sz="830" dirty="0"/>
          </a:p>
        </p:txBody>
      </p:sp>
      <p:sp>
        <p:nvSpPr>
          <p:cNvPr id="23" name="Shape 20"/>
          <p:cNvSpPr/>
          <p:nvPr/>
        </p:nvSpPr>
        <p:spPr>
          <a:xfrm>
            <a:off x="7955280" y="7772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AF4F0"/>
          </a:solidFill>
          <a:ln w="19050">
            <a:solidFill>
              <a:srgbClr val="155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138160" y="914400"/>
            <a:ext cx="384048" cy="384048"/>
          </a:xfrm>
          <a:prstGeom prst="ellipse">
            <a:avLst/>
          </a:prstGeom>
          <a:solidFill>
            <a:srgbClr val="155C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1" descr="icons/us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012" y="1014252"/>
            <a:ext cx="184343" cy="18434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641080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3.0A  Clinician Hub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8138160" y="1371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Dr. Alex Smith  ·  Badge: SMART-Active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welcome banner; canvas locked for optimisation metrics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7955280" y="2468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CEFE3"/>
          </a:solidFill>
          <a:ln w="19050">
            <a:solidFill>
              <a:srgbClr val="C97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8138160" y="2606040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2" descr="icons/termin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012" y="2705892"/>
            <a:ext cx="184343" cy="184343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64108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3.0B  System Tester Base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13816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Harness Master Tester  ·  Badge: AU-Sandbox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welcome banner; canvas locked awaiting pipeline config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416052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 txBox="1"/>
          <p:nvPr/>
        </p:nvSpPr>
        <p:spPr>
          <a:xfrm>
            <a:off x="822960" y="4315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paths?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authenticate through a federated SSO simulation (standing in for PRODA/AD) so no credentials are handled by MedTalk Connect directly. </a:t>
            </a:r>
            <a:r>
              <a:rPr lang="en-US" sz="1200" b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Testers authenticate with a scoped sandbox token</a:t>
            </a:r>
            <a:r>
              <a:rPr lang="en-US" sz="12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they can run harness scenarios without ever touching a clinical identity path — keeping the two trust boundaries described in Section 4 (user access vs. connector isolation) separate from screen one onward.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8562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943600" cy="5943600"/>
          </a:xfrm>
          <a:prstGeom prst="ellipse">
            <a:avLst/>
          </a:prstGeom>
          <a:solidFill>
            <a:srgbClr val="0A1D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566928" cy="566928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cons/fl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970361"/>
            <a:ext cx="272125" cy="2721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554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2542032"/>
            <a:ext cx="128016" cy="128016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143000" y="24231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separates clinician SSO from tester token access — two trust boundaries from screen one.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319272"/>
            <a:ext cx="128016" cy="128016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1143000" y="3200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controls map cleanly to NIST CSF, anchored at the login </a:t>
            </a:r>
            <a:r>
              <a:rPr lang="en-US" sz="150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096512"/>
            <a:ext cx="128016" cy="128016"/>
          </a:xfrm>
          <a:prstGeom prst="ellipse">
            <a:avLst/>
          </a:prstGeom>
          <a:solidFill>
            <a:srgbClr val="1D7A7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39776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and ~$0 AUD cost are justified by interoperability fit and the project's zero-budget constraint, not convenience.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5212080"/>
            <a:ext cx="2926080" cy="0"/>
          </a:xfrm>
          <a:prstGeom prst="line">
            <a:avLst/>
          </a:prstGeom>
          <a:noFill/>
          <a:ln w="31750">
            <a:solidFill>
              <a:srgbClr val="1D7A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5394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14204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D93FFBA-1243-CC9C-E986-0F77D9645309}"/>
              </a:ext>
            </a:extLst>
          </p:cNvPr>
          <p:cNvSpPr/>
          <p:nvPr/>
        </p:nvSpPr>
        <p:spPr>
          <a:xfrm>
            <a:off x="305" y="-32918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394960" y="1463040"/>
            <a:ext cx="1280160" cy="12801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mes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198" y="177027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490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2585</Words>
  <Application>Microsoft Macintosh PowerPoint</Application>
  <PresentationFormat>Widescreen</PresentationFormat>
  <Paragraphs>365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Faz Australia — MedTalk Clinical Documentation Platform: Current State (As-Is) Faz Australia — MedTalk Clinical Documentation Platform: Current State (As-Is) </vt:lpstr>
      <vt:lpstr>Comparative Analysis of existing Solutions</vt:lpstr>
      <vt:lpstr>Technology &amp; Market Survey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Charity Gwese</dc:creator>
  <cp:lastModifiedBy>Rikesh ARYAL</cp:lastModifiedBy>
  <cp:revision>2</cp:revision>
  <dcterms:created xsi:type="dcterms:W3CDTF">2026-09-11T23:05:39Z</dcterms:created>
  <dcterms:modified xsi:type="dcterms:W3CDTF">2026-09-13T08:13:45Z</dcterms:modified>
</cp:coreProperties>
</file>